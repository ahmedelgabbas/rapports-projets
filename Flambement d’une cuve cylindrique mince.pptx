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8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9.xml" ContentType="application/vnd.openxmlformats-officedocument.drawingml.diagramData+xml"/>
  <Override PartName="/ppt/diagrams/data10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11.xml" ContentType="application/vnd.openxmlformats-officedocument.drawingml.diagramData+xml"/>
  <Override PartName="/ppt/diagrams/data12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14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6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7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8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20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22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7.xml" ContentType="application/vnd.openxmlformats-officedocument.drawingml.diagramData+xml"/>
  <Override PartName="/ppt/diagrams/data13.xml" ContentType="application/vnd.openxmlformats-officedocument.drawingml.diagramData+xml"/>
  <Override PartName="/ppt/diagrams/data15.xml" ContentType="application/vnd.openxmlformats-officedocument.drawingml.diagramData+xml"/>
  <Override PartName="/ppt/diagrams/data19.xml" ContentType="application/vnd.openxmlformats-officedocument.drawingml.diagramData+xml"/>
  <Override PartName="/ppt/diagrams/data21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4" r:id="rId10"/>
    <p:sldId id="266" r:id="rId11"/>
    <p:sldId id="267" r:id="rId12"/>
    <p:sldId id="268" r:id="rId13"/>
    <p:sldId id="270" r:id="rId14"/>
    <p:sldId id="271" r:id="rId15"/>
    <p:sldId id="269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hmed Elgabbas" initials="AE" lastIdx="1" clrIdx="0">
    <p:extLst>
      <p:ext uri="{19B8F6BF-5375-455C-9EA6-DF929625EA0E}">
        <p15:presenceInfo xmlns:p15="http://schemas.microsoft.com/office/powerpoint/2012/main" userId="e81ffa289636d8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B7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1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image" Target="../media/image80.png"/><Relationship Id="rId4" Type="http://schemas.openxmlformats.org/officeDocument/2006/relationships/image" Target="../media/image110.png"/></Relationships>
</file>

<file path=ppt/diagrams/_rels/data9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diagrams/_rels/data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/Relationships>
</file>

<file path=ppt/diagrams/_rels/data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image" Target="../media/image180.png"/></Relationships>
</file>

<file path=ppt/diagrams/_rels/data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image" Target="../media/image200.png"/></Relationships>
</file>

<file path=ppt/diagrams/_rels/data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57.png"/></Relationships>
</file>

<file path=ppt/diagrams/_rels/data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6B78DC-E003-4D3D-B285-A93B116A4A4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9724E3-42B8-4988-B0AE-8EFECD0EF369}">
      <dgm:prSet custT="1"/>
      <dgm:spPr/>
      <dgm:t>
        <a:bodyPr/>
        <a:lstStyle/>
        <a:p>
          <a:r>
            <a:rPr lang="en-US" sz="1800" b="1" dirty="0" err="1">
              <a:latin typeface="Aptos" panose="020B0004020202020204" pitchFamily="34" charset="0"/>
            </a:rPr>
            <a:t>Contexte</a:t>
          </a:r>
          <a:r>
            <a:rPr lang="en-US" sz="1800" b="1" dirty="0">
              <a:latin typeface="Aptos" panose="020B0004020202020204" pitchFamily="34" charset="0"/>
            </a:rPr>
            <a:t> </a:t>
          </a:r>
          <a:r>
            <a:rPr lang="en-US" sz="1800" b="1" dirty="0" err="1">
              <a:latin typeface="Aptos" panose="020B0004020202020204" pitchFamily="34" charset="0"/>
            </a:rPr>
            <a:t>industriel</a:t>
          </a:r>
          <a:endParaRPr lang="en-US" sz="1800" dirty="0">
            <a:latin typeface="Aptos" panose="020B0004020202020204" pitchFamily="34" charset="0"/>
          </a:endParaRPr>
        </a:p>
      </dgm:t>
    </dgm:pt>
    <dgm:pt modelId="{039D1966-4A43-4E59-A00B-839B65F193C1}" type="parTrans" cxnId="{DF68E688-0E98-43CD-8D06-73A66CE026BE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15A3FCE6-D901-4B4F-89AF-38B7E543E433}" type="sibTrans" cxnId="{DF68E688-0E98-43CD-8D06-73A66CE026BE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809E3211-6981-4E49-8B2C-3287AF14A4A8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Cuves cylindriques minces largement utilisées pour le stockage de fluides</a:t>
          </a:r>
          <a:endParaRPr lang="en-US" sz="1600" dirty="0">
            <a:latin typeface="Aptos" panose="020B0004020202020204" pitchFamily="34" charset="0"/>
          </a:endParaRPr>
        </a:p>
      </dgm:t>
    </dgm:pt>
    <dgm:pt modelId="{F971AE8D-5B26-4EAE-B8EB-CA286FBA9B76}" type="parTrans" cxnId="{D6C85B88-77AC-42A0-8B5F-26F22ACAA3E8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8505741B-CAE1-4BD2-90DB-FE25575871AC}" type="sibTrans" cxnId="{D6C85B88-77AC-42A0-8B5F-26F22ACAA3E8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59C84E01-3F09-4A03-B8DD-0343D808744C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Structures de grande hauteur ou rayon et faible épaisseur</a:t>
          </a:r>
          <a:endParaRPr lang="en-US" sz="1600" dirty="0">
            <a:latin typeface="Aptos" panose="020B0004020202020204" pitchFamily="34" charset="0"/>
          </a:endParaRPr>
        </a:p>
      </dgm:t>
    </dgm:pt>
    <dgm:pt modelId="{EC492ECF-71AE-4DFE-8ED8-FA9C48F0783A}" type="parTrans" cxnId="{6F238A9A-048B-455C-8C91-B02653671CFA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3A5A95A5-87AF-44D6-8C2F-C439D79AF979}" type="sibTrans" cxnId="{6F238A9A-048B-455C-8C91-B02653671CFA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46C244DB-22B7-4C2F-96FE-00BBE3B5BD55}">
      <dgm:prSet custT="1"/>
      <dgm:spPr/>
      <dgm:t>
        <a:bodyPr/>
        <a:lstStyle/>
        <a:p>
          <a:r>
            <a:rPr lang="en-US" sz="1600" dirty="0" err="1">
              <a:latin typeface="Aptos" panose="020B0004020202020204" pitchFamily="34" charset="0"/>
            </a:rPr>
            <a:t>Sollicitées</a:t>
          </a:r>
          <a:r>
            <a:rPr lang="en-US" sz="1600" dirty="0">
              <a:latin typeface="Aptos" panose="020B0004020202020204" pitchFamily="34" charset="0"/>
            </a:rPr>
            <a:t> par :</a:t>
          </a:r>
        </a:p>
      </dgm:t>
    </dgm:pt>
    <dgm:pt modelId="{ACC21342-48A9-42FC-9F5A-93074B98F39C}" type="parTrans" cxnId="{BD43FD10-D5F1-4798-854E-46E81B112C94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4D5A6956-4D9A-465B-BA2E-6213EA1CF5CE}" type="sibTrans" cxnId="{BD43FD10-D5F1-4798-854E-46E81B112C94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4FFF7B94-3C92-4703-BEA0-4AFD4BC2F356}">
      <dgm:prSet custT="1"/>
      <dgm:spPr/>
      <dgm:t>
        <a:bodyPr/>
        <a:lstStyle/>
        <a:p>
          <a:r>
            <a:rPr lang="en-US" sz="1600" dirty="0" err="1">
              <a:latin typeface="Aptos" panose="020B0004020202020204" pitchFamily="34" charset="0"/>
            </a:rPr>
            <a:t>leur</a:t>
          </a:r>
          <a:r>
            <a:rPr lang="en-US" sz="1600" dirty="0">
              <a:latin typeface="Aptos" panose="020B0004020202020204" pitchFamily="34" charset="0"/>
            </a:rPr>
            <a:t> </a:t>
          </a:r>
          <a:r>
            <a:rPr lang="en-US" sz="1600" dirty="0" err="1">
              <a:latin typeface="Aptos" panose="020B0004020202020204" pitchFamily="34" charset="0"/>
            </a:rPr>
            <a:t>poids</a:t>
          </a:r>
          <a:r>
            <a:rPr lang="en-US" sz="1600" dirty="0">
              <a:latin typeface="Aptos" panose="020B0004020202020204" pitchFamily="34" charset="0"/>
            </a:rPr>
            <a:t> propre</a:t>
          </a:r>
        </a:p>
      </dgm:t>
    </dgm:pt>
    <dgm:pt modelId="{94FAD621-9339-421F-BCDB-180705436296}" type="parTrans" cxnId="{4C0F3996-BCC5-429A-A578-E8FDFEF8189F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3EA0DDA1-D75D-48EF-B36B-F5D6C754CC01}" type="sibTrans" cxnId="{4C0F3996-BCC5-429A-A578-E8FDFEF8189F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15839501-257E-4C34-8102-88BB5F29C6D6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la pression hydrostatique du fluide</a:t>
          </a:r>
          <a:endParaRPr lang="en-US" sz="1600" dirty="0">
            <a:latin typeface="Aptos" panose="020B0004020202020204" pitchFamily="34" charset="0"/>
          </a:endParaRPr>
        </a:p>
      </dgm:t>
    </dgm:pt>
    <dgm:pt modelId="{F1D672E5-2C49-4D15-B693-A8252146AF28}" type="parTrans" cxnId="{63866143-402B-42EE-A2FF-E4D1A2810837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ABC963A7-A8E2-4C4F-A4F7-E40E83B51AE6}" type="sibTrans" cxnId="{63866143-402B-42EE-A2FF-E4D1A2810837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FB9EE7FB-B67B-4AFE-9B73-121C0ED96A6E}">
      <dgm:prSet custT="1"/>
      <dgm:spPr/>
      <dgm:t>
        <a:bodyPr/>
        <a:lstStyle/>
        <a:p>
          <a:r>
            <a:rPr lang="en-US" sz="1600" dirty="0">
              <a:latin typeface="Aptos" panose="020B0004020202020204" pitchFamily="34" charset="0"/>
            </a:rPr>
            <a:t>des </a:t>
          </a:r>
          <a:r>
            <a:rPr lang="en-US" sz="1600" dirty="0" err="1">
              <a:latin typeface="Aptos" panose="020B0004020202020204" pitchFamily="34" charset="0"/>
            </a:rPr>
            <a:t>surpressions</a:t>
          </a:r>
          <a:endParaRPr lang="en-US" sz="1600" dirty="0">
            <a:latin typeface="Aptos" panose="020B0004020202020204" pitchFamily="34" charset="0"/>
          </a:endParaRPr>
        </a:p>
      </dgm:t>
    </dgm:pt>
    <dgm:pt modelId="{2118B725-C071-4486-B4F5-F848351C08B8}" type="parTrans" cxnId="{88A38C1C-CE09-4574-82DD-3861D54BA531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01617F05-578A-44C3-A04F-EE851F35C12B}" type="sibTrans" cxnId="{88A38C1C-CE09-4574-82DD-3861D54BA531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0D8C1B20-F48C-46D5-8414-B74B7646E463}">
      <dgm:prSet custT="1"/>
      <dgm:spPr/>
      <dgm:t>
        <a:bodyPr/>
        <a:lstStyle/>
        <a:p>
          <a:r>
            <a:rPr lang="en-US" sz="1800" b="1" dirty="0" err="1">
              <a:latin typeface="Aptos" panose="020B0004020202020204" pitchFamily="34" charset="0"/>
            </a:rPr>
            <a:t>Problématique</a:t>
          </a:r>
          <a:r>
            <a:rPr lang="en-US" sz="1800" b="1" dirty="0">
              <a:latin typeface="Aptos" panose="020B0004020202020204" pitchFamily="34" charset="0"/>
            </a:rPr>
            <a:t> </a:t>
          </a:r>
          <a:r>
            <a:rPr lang="en-US" sz="1800" b="1" dirty="0" err="1">
              <a:latin typeface="Aptos" panose="020B0004020202020204" pitchFamily="34" charset="0"/>
            </a:rPr>
            <a:t>mécanique</a:t>
          </a:r>
          <a:endParaRPr lang="en-US" sz="1800" dirty="0">
            <a:latin typeface="Aptos" panose="020B0004020202020204" pitchFamily="34" charset="0"/>
          </a:endParaRPr>
        </a:p>
      </dgm:t>
    </dgm:pt>
    <dgm:pt modelId="{2AF66390-3B5D-4D06-B354-8EA46113F5F3}" type="parTrans" cxnId="{1C3D42D9-F20D-47C3-BE0E-0E5E951D8A3C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C993A7A9-7B64-45FA-9AA7-062BD91C3581}" type="sibTrans" cxnId="{1C3D42D9-F20D-47C3-BE0E-0E5E951D8A3C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1656FD68-C9A1-4720-BD2D-37C569A2B4DB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Structures sensibles aux efforts de compression</a:t>
          </a:r>
          <a:endParaRPr lang="en-US" sz="1600" dirty="0">
            <a:latin typeface="Aptos" panose="020B0004020202020204" pitchFamily="34" charset="0"/>
          </a:endParaRPr>
        </a:p>
      </dgm:t>
    </dgm:pt>
    <dgm:pt modelId="{534BC71A-38AD-48B8-8249-5D728C610CE0}" type="parTrans" cxnId="{B2D61854-2D72-4017-9CC3-2F638E9570A0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2C261402-F02F-4695-94F6-27B2DC6A68B4}" type="sibTrans" cxnId="{B2D61854-2D72-4017-9CC3-2F638E9570A0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67D5F0A2-396C-4124-9DA0-2BA9AC22B41D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Risque de perte de stabilité par flambement</a:t>
          </a:r>
          <a:endParaRPr lang="en-US" sz="1600" dirty="0">
            <a:latin typeface="Aptos" panose="020B0004020202020204" pitchFamily="34" charset="0"/>
          </a:endParaRPr>
        </a:p>
      </dgm:t>
    </dgm:pt>
    <dgm:pt modelId="{50B4D80A-8689-4699-AEAF-2EAE39C1E24F}" type="parTrans" cxnId="{ABD480A4-82EC-4806-8548-3E68E05CE460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C2C4A994-07DA-47A5-8C8F-1A31D8EBA2F1}" type="sibTrans" cxnId="{ABD480A4-82EC-4806-8548-3E68E05CE460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8DD78156-38B3-42EA-B6E8-FC9121C1645D}">
      <dgm:prSet custT="1"/>
      <dgm:spPr/>
      <dgm:t>
        <a:bodyPr/>
        <a:lstStyle/>
        <a:p>
          <a:r>
            <a:rPr lang="en-US" sz="1600" dirty="0">
              <a:latin typeface="Aptos" panose="020B0004020202020204" pitchFamily="34" charset="0"/>
            </a:rPr>
            <a:t>Le </a:t>
          </a:r>
          <a:r>
            <a:rPr lang="en-US" sz="1600" dirty="0" err="1">
              <a:latin typeface="Aptos" panose="020B0004020202020204" pitchFamily="34" charset="0"/>
            </a:rPr>
            <a:t>flambement</a:t>
          </a:r>
          <a:r>
            <a:rPr lang="en-US" sz="1600" dirty="0">
              <a:latin typeface="Aptos" panose="020B0004020202020204" pitchFamily="34" charset="0"/>
            </a:rPr>
            <a:t> </a:t>
          </a:r>
          <a:r>
            <a:rPr lang="en-US" sz="1600" dirty="0" err="1">
              <a:latin typeface="Aptos" panose="020B0004020202020204" pitchFamily="34" charset="0"/>
            </a:rPr>
            <a:t>peut</a:t>
          </a:r>
          <a:r>
            <a:rPr lang="en-US" sz="1600" dirty="0">
              <a:latin typeface="Aptos" panose="020B0004020202020204" pitchFamily="34" charset="0"/>
            </a:rPr>
            <a:t> </a:t>
          </a:r>
          <a:r>
            <a:rPr lang="en-US" sz="1600" dirty="0" err="1">
              <a:latin typeface="Aptos" panose="020B0004020202020204" pitchFamily="34" charset="0"/>
            </a:rPr>
            <a:t>apparaître</a:t>
          </a:r>
          <a:r>
            <a:rPr lang="en-US" sz="1600" dirty="0">
              <a:latin typeface="Aptos" panose="020B0004020202020204" pitchFamily="34" charset="0"/>
            </a:rPr>
            <a:t> :</a:t>
          </a:r>
        </a:p>
      </dgm:t>
    </dgm:pt>
    <dgm:pt modelId="{9BB1AB66-A7D1-47F4-A33D-9D9E0CE9AE0C}" type="parTrans" cxnId="{3F8C0BFE-E68B-4492-A4D4-5E6CEA6A49C4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AD330EF2-BF97-4386-B987-70C94B3FD969}" type="sibTrans" cxnId="{3F8C0BFE-E68B-4492-A4D4-5E6CEA6A49C4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CD8AC5C9-8C94-4FCF-A70E-FE7CA64173C4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avant l’atteinte de la limite élastique</a:t>
          </a:r>
          <a:endParaRPr lang="en-US" sz="1600" dirty="0">
            <a:latin typeface="Aptos" panose="020B0004020202020204" pitchFamily="34" charset="0"/>
          </a:endParaRPr>
        </a:p>
      </dgm:t>
    </dgm:pt>
    <dgm:pt modelId="{48D15BDB-3BC3-4155-866F-4203B40633A0}" type="parTrans" cxnId="{A2F7A61E-D100-4768-A597-290C3458BFFC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DAD191A5-8014-4CF5-A12C-0A2459ABB0F3}" type="sibTrans" cxnId="{A2F7A61E-D100-4768-A597-290C3458BFFC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256CDACE-2DFC-4B4E-8C7E-BA79061BDE91}">
      <dgm:prSet custT="1"/>
      <dgm:spPr/>
      <dgm:t>
        <a:bodyPr/>
        <a:lstStyle/>
        <a:p>
          <a:r>
            <a:rPr lang="en-US" sz="1800" b="1" dirty="0" err="1">
              <a:latin typeface="Aptos" panose="020B0004020202020204" pitchFamily="34" charset="0"/>
            </a:rPr>
            <a:t>Enjeu</a:t>
          </a:r>
          <a:endParaRPr lang="en-US" sz="1800" dirty="0">
            <a:latin typeface="Aptos" panose="020B0004020202020204" pitchFamily="34" charset="0"/>
          </a:endParaRPr>
        </a:p>
      </dgm:t>
    </dgm:pt>
    <dgm:pt modelId="{9AC2FDE8-2B6B-4184-ABBD-5017BC03459C}" type="parTrans" cxnId="{2A0EE138-A342-414B-80DC-191B6E801957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6731963F-D3D3-405C-B798-795B3B7DEE0A}" type="sibTrans" cxnId="{2A0EE138-A342-414B-80DC-191B6E801957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3A6913CC-7E4C-4A47-A918-6ECF6081D8CE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Sécurité et durabilité des structures</a:t>
          </a:r>
          <a:endParaRPr lang="en-US" sz="1600" dirty="0">
            <a:latin typeface="Aptos" panose="020B0004020202020204" pitchFamily="34" charset="0"/>
          </a:endParaRPr>
        </a:p>
      </dgm:t>
    </dgm:pt>
    <dgm:pt modelId="{53957ED4-6742-4E3B-BD76-2D1529D0B1D3}" type="parTrans" cxnId="{AFCAADFC-8A2C-4A6B-AA97-FA2720E36B26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F3D7C1D2-1121-4819-818E-E87100A8AF07}" type="sibTrans" cxnId="{AFCAADFC-8A2C-4A6B-AA97-FA2720E36B26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5516710A-2351-4B7F-BEDF-588E76035A6B}">
      <dgm:prSet custT="1"/>
      <dgm:spPr/>
      <dgm:t>
        <a:bodyPr/>
        <a:lstStyle/>
        <a:p>
          <a:r>
            <a:rPr lang="fr-FR" sz="1600" dirty="0">
              <a:latin typeface="Aptos" panose="020B0004020202020204" pitchFamily="34" charset="0"/>
            </a:rPr>
            <a:t>Importance de la modélisation géométrique</a:t>
          </a:r>
          <a:endParaRPr lang="en-US" sz="1600" dirty="0">
            <a:latin typeface="Aptos" panose="020B0004020202020204" pitchFamily="34" charset="0"/>
          </a:endParaRPr>
        </a:p>
      </dgm:t>
    </dgm:pt>
    <dgm:pt modelId="{07644A8E-B17B-459D-B086-A3026BD36C2E}" type="parTrans" cxnId="{8BE6AD15-498B-47E9-A1A8-DAA7D5E8D40B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DFAA37EC-0453-474F-AB1C-72043DD0FB86}" type="sibTrans" cxnId="{8BE6AD15-498B-47E9-A1A8-DAA7D5E8D40B}">
      <dgm:prSet/>
      <dgm:spPr/>
      <dgm:t>
        <a:bodyPr/>
        <a:lstStyle/>
        <a:p>
          <a:endParaRPr lang="en-US" sz="1600">
            <a:latin typeface="Aptos" panose="020B0004020202020204" pitchFamily="34" charset="0"/>
          </a:endParaRPr>
        </a:p>
      </dgm:t>
    </dgm:pt>
    <dgm:pt modelId="{2960156A-DDD2-480B-846B-C0AA68484150}" type="pres">
      <dgm:prSet presAssocID="{A46B78DC-E003-4D3D-B285-A93B116A4A4E}" presName="Name0" presStyleCnt="0">
        <dgm:presLayoutVars>
          <dgm:dir/>
          <dgm:animLvl val="lvl"/>
          <dgm:resizeHandles val="exact"/>
        </dgm:presLayoutVars>
      </dgm:prSet>
      <dgm:spPr/>
    </dgm:pt>
    <dgm:pt modelId="{C0E05151-99D6-4F56-96F7-318EB2D858A2}" type="pres">
      <dgm:prSet presAssocID="{3A9724E3-42B8-4988-B0AE-8EFECD0EF369}" presName="composite" presStyleCnt="0"/>
      <dgm:spPr/>
    </dgm:pt>
    <dgm:pt modelId="{450CB1F0-66DD-4EBE-B303-7DEC10A169E2}" type="pres">
      <dgm:prSet presAssocID="{3A9724E3-42B8-4988-B0AE-8EFECD0EF369}" presName="parTx" presStyleLbl="alignNode1" presStyleIdx="0" presStyleCnt="3" custScaleY="81999">
        <dgm:presLayoutVars>
          <dgm:chMax val="0"/>
          <dgm:chPref val="0"/>
          <dgm:bulletEnabled val="1"/>
        </dgm:presLayoutVars>
      </dgm:prSet>
      <dgm:spPr/>
    </dgm:pt>
    <dgm:pt modelId="{9406F095-2DCF-419B-A3EC-FA277A56CA83}" type="pres">
      <dgm:prSet presAssocID="{3A9724E3-42B8-4988-B0AE-8EFECD0EF369}" presName="desTx" presStyleLbl="alignAccFollowNode1" presStyleIdx="0" presStyleCnt="3">
        <dgm:presLayoutVars>
          <dgm:bulletEnabled val="1"/>
        </dgm:presLayoutVars>
      </dgm:prSet>
      <dgm:spPr/>
    </dgm:pt>
    <dgm:pt modelId="{2656C017-7BA5-4B67-86BE-E3E486561AA5}" type="pres">
      <dgm:prSet presAssocID="{15A3FCE6-D901-4B4F-89AF-38B7E543E433}" presName="space" presStyleCnt="0"/>
      <dgm:spPr/>
    </dgm:pt>
    <dgm:pt modelId="{1D6281AC-76D6-433B-B247-0F6994D0732C}" type="pres">
      <dgm:prSet presAssocID="{0D8C1B20-F48C-46D5-8414-B74B7646E463}" presName="composite" presStyleCnt="0"/>
      <dgm:spPr/>
    </dgm:pt>
    <dgm:pt modelId="{53C53A58-E1E7-4994-96B6-6060BA7F86E7}" type="pres">
      <dgm:prSet presAssocID="{0D8C1B20-F48C-46D5-8414-B74B7646E463}" presName="parTx" presStyleLbl="alignNode1" presStyleIdx="1" presStyleCnt="3" custScaleY="81999">
        <dgm:presLayoutVars>
          <dgm:chMax val="0"/>
          <dgm:chPref val="0"/>
          <dgm:bulletEnabled val="1"/>
        </dgm:presLayoutVars>
      </dgm:prSet>
      <dgm:spPr/>
    </dgm:pt>
    <dgm:pt modelId="{98F561F4-C103-41F6-B9A5-FA14EAB59A97}" type="pres">
      <dgm:prSet presAssocID="{0D8C1B20-F48C-46D5-8414-B74B7646E463}" presName="desTx" presStyleLbl="alignAccFollowNode1" presStyleIdx="1" presStyleCnt="3">
        <dgm:presLayoutVars>
          <dgm:bulletEnabled val="1"/>
        </dgm:presLayoutVars>
      </dgm:prSet>
      <dgm:spPr/>
    </dgm:pt>
    <dgm:pt modelId="{D68089F2-B9E5-45D3-B819-600574852953}" type="pres">
      <dgm:prSet presAssocID="{C993A7A9-7B64-45FA-9AA7-062BD91C3581}" presName="space" presStyleCnt="0"/>
      <dgm:spPr/>
    </dgm:pt>
    <dgm:pt modelId="{6C5C0EA5-63EA-4E63-96AC-7568C507F848}" type="pres">
      <dgm:prSet presAssocID="{256CDACE-2DFC-4B4E-8C7E-BA79061BDE91}" presName="composite" presStyleCnt="0"/>
      <dgm:spPr/>
    </dgm:pt>
    <dgm:pt modelId="{64F67506-C4B4-4C95-95EB-C6029AB139D3}" type="pres">
      <dgm:prSet presAssocID="{256CDACE-2DFC-4B4E-8C7E-BA79061BDE91}" presName="parTx" presStyleLbl="alignNode1" presStyleIdx="2" presStyleCnt="3" custScaleY="81999">
        <dgm:presLayoutVars>
          <dgm:chMax val="0"/>
          <dgm:chPref val="0"/>
          <dgm:bulletEnabled val="1"/>
        </dgm:presLayoutVars>
      </dgm:prSet>
      <dgm:spPr/>
    </dgm:pt>
    <dgm:pt modelId="{711CE3EB-356B-4F45-9F1D-B39BA45AF17F}" type="pres">
      <dgm:prSet presAssocID="{256CDACE-2DFC-4B4E-8C7E-BA79061BDE91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77CD3909-5BEB-42F5-8BFE-4CF8D74E469D}" type="presOf" srcId="{1656FD68-C9A1-4720-BD2D-37C569A2B4DB}" destId="{98F561F4-C103-41F6-B9A5-FA14EAB59A97}" srcOrd="0" destOrd="0" presId="urn:microsoft.com/office/officeart/2005/8/layout/hList1"/>
    <dgm:cxn modelId="{BD43FD10-D5F1-4798-854E-46E81B112C94}" srcId="{3A9724E3-42B8-4988-B0AE-8EFECD0EF369}" destId="{46C244DB-22B7-4C2F-96FE-00BBE3B5BD55}" srcOrd="2" destOrd="0" parTransId="{ACC21342-48A9-42FC-9F5A-93074B98F39C}" sibTransId="{4D5A6956-4D9A-465B-BA2E-6213EA1CF5CE}"/>
    <dgm:cxn modelId="{8BE6AD15-498B-47E9-A1A8-DAA7D5E8D40B}" srcId="{256CDACE-2DFC-4B4E-8C7E-BA79061BDE91}" destId="{5516710A-2351-4B7F-BEDF-588E76035A6B}" srcOrd="1" destOrd="0" parTransId="{07644A8E-B17B-459D-B086-A3026BD36C2E}" sibTransId="{DFAA37EC-0453-474F-AB1C-72043DD0FB86}"/>
    <dgm:cxn modelId="{88A38C1C-CE09-4574-82DD-3861D54BA531}" srcId="{46C244DB-22B7-4C2F-96FE-00BBE3B5BD55}" destId="{FB9EE7FB-B67B-4AFE-9B73-121C0ED96A6E}" srcOrd="2" destOrd="0" parTransId="{2118B725-C071-4486-B4F5-F848351C08B8}" sibTransId="{01617F05-578A-44C3-A04F-EE851F35C12B}"/>
    <dgm:cxn modelId="{29A86D1D-82AA-4AB8-88FD-11EB06A41D65}" type="presOf" srcId="{FB9EE7FB-B67B-4AFE-9B73-121C0ED96A6E}" destId="{9406F095-2DCF-419B-A3EC-FA277A56CA83}" srcOrd="0" destOrd="5" presId="urn:microsoft.com/office/officeart/2005/8/layout/hList1"/>
    <dgm:cxn modelId="{A2F7A61E-D100-4768-A597-290C3458BFFC}" srcId="{8DD78156-38B3-42EA-B6E8-FC9121C1645D}" destId="{CD8AC5C9-8C94-4FCF-A70E-FE7CA64173C4}" srcOrd="0" destOrd="0" parTransId="{48D15BDB-3BC3-4155-866F-4203B40633A0}" sibTransId="{DAD191A5-8014-4CF5-A12C-0A2459ABB0F3}"/>
    <dgm:cxn modelId="{F539F820-6849-4F07-8681-5D0C1C8362D6}" type="presOf" srcId="{809E3211-6981-4E49-8B2C-3287AF14A4A8}" destId="{9406F095-2DCF-419B-A3EC-FA277A56CA83}" srcOrd="0" destOrd="0" presId="urn:microsoft.com/office/officeart/2005/8/layout/hList1"/>
    <dgm:cxn modelId="{06709735-21B7-43BE-8307-F7DA1964CE21}" type="presOf" srcId="{3A9724E3-42B8-4988-B0AE-8EFECD0EF369}" destId="{450CB1F0-66DD-4EBE-B303-7DEC10A169E2}" srcOrd="0" destOrd="0" presId="urn:microsoft.com/office/officeart/2005/8/layout/hList1"/>
    <dgm:cxn modelId="{2A0EE138-A342-414B-80DC-191B6E801957}" srcId="{A46B78DC-E003-4D3D-B285-A93B116A4A4E}" destId="{256CDACE-2DFC-4B4E-8C7E-BA79061BDE91}" srcOrd="2" destOrd="0" parTransId="{9AC2FDE8-2B6B-4184-ABBD-5017BC03459C}" sibTransId="{6731963F-D3D3-405C-B798-795B3B7DEE0A}"/>
    <dgm:cxn modelId="{BA27403B-2314-4731-8F07-127878B7DE4E}" type="presOf" srcId="{256CDACE-2DFC-4B4E-8C7E-BA79061BDE91}" destId="{64F67506-C4B4-4C95-95EB-C6029AB139D3}" srcOrd="0" destOrd="0" presId="urn:microsoft.com/office/officeart/2005/8/layout/hList1"/>
    <dgm:cxn modelId="{17E07E3E-ADE6-4FCA-B7E4-43015FC8980E}" type="presOf" srcId="{46C244DB-22B7-4C2F-96FE-00BBE3B5BD55}" destId="{9406F095-2DCF-419B-A3EC-FA277A56CA83}" srcOrd="0" destOrd="2" presId="urn:microsoft.com/office/officeart/2005/8/layout/hList1"/>
    <dgm:cxn modelId="{8DF6FF5D-41EA-4512-9FEC-2F2008234749}" type="presOf" srcId="{59C84E01-3F09-4A03-B8DD-0343D808744C}" destId="{9406F095-2DCF-419B-A3EC-FA277A56CA83}" srcOrd="0" destOrd="1" presId="urn:microsoft.com/office/officeart/2005/8/layout/hList1"/>
    <dgm:cxn modelId="{63866143-402B-42EE-A2FF-E4D1A2810837}" srcId="{46C244DB-22B7-4C2F-96FE-00BBE3B5BD55}" destId="{15839501-257E-4C34-8102-88BB5F29C6D6}" srcOrd="1" destOrd="0" parTransId="{F1D672E5-2C49-4D15-B693-A8252146AF28}" sibTransId="{ABC963A7-A8E2-4C4F-A4F7-E40E83B51AE6}"/>
    <dgm:cxn modelId="{1A700C4B-BE55-4071-9A8E-3B9E6FF0CC2D}" type="presOf" srcId="{A46B78DC-E003-4D3D-B285-A93B116A4A4E}" destId="{2960156A-DDD2-480B-846B-C0AA68484150}" srcOrd="0" destOrd="0" presId="urn:microsoft.com/office/officeart/2005/8/layout/hList1"/>
    <dgm:cxn modelId="{B2D61854-2D72-4017-9CC3-2F638E9570A0}" srcId="{0D8C1B20-F48C-46D5-8414-B74B7646E463}" destId="{1656FD68-C9A1-4720-BD2D-37C569A2B4DB}" srcOrd="0" destOrd="0" parTransId="{534BC71A-38AD-48B8-8249-5D728C610CE0}" sibTransId="{2C261402-F02F-4695-94F6-27B2DC6A68B4}"/>
    <dgm:cxn modelId="{D6C85B88-77AC-42A0-8B5F-26F22ACAA3E8}" srcId="{3A9724E3-42B8-4988-B0AE-8EFECD0EF369}" destId="{809E3211-6981-4E49-8B2C-3287AF14A4A8}" srcOrd="0" destOrd="0" parTransId="{F971AE8D-5B26-4EAE-B8EB-CA286FBA9B76}" sibTransId="{8505741B-CAE1-4BD2-90DB-FE25575871AC}"/>
    <dgm:cxn modelId="{DF68E688-0E98-43CD-8D06-73A66CE026BE}" srcId="{A46B78DC-E003-4D3D-B285-A93B116A4A4E}" destId="{3A9724E3-42B8-4988-B0AE-8EFECD0EF369}" srcOrd="0" destOrd="0" parTransId="{039D1966-4A43-4E59-A00B-839B65F193C1}" sibTransId="{15A3FCE6-D901-4B4F-89AF-38B7E543E433}"/>
    <dgm:cxn modelId="{4C0F3996-BCC5-429A-A578-E8FDFEF8189F}" srcId="{46C244DB-22B7-4C2F-96FE-00BBE3B5BD55}" destId="{4FFF7B94-3C92-4703-BEA0-4AFD4BC2F356}" srcOrd="0" destOrd="0" parTransId="{94FAD621-9339-421F-BCDB-180705436296}" sibTransId="{3EA0DDA1-D75D-48EF-B36B-F5D6C754CC01}"/>
    <dgm:cxn modelId="{6F238A9A-048B-455C-8C91-B02653671CFA}" srcId="{3A9724E3-42B8-4988-B0AE-8EFECD0EF369}" destId="{59C84E01-3F09-4A03-B8DD-0343D808744C}" srcOrd="1" destOrd="0" parTransId="{EC492ECF-71AE-4DFE-8ED8-FA9C48F0783A}" sibTransId="{3A5A95A5-87AF-44D6-8C2F-C439D79AF979}"/>
    <dgm:cxn modelId="{ABD480A4-82EC-4806-8548-3E68E05CE460}" srcId="{0D8C1B20-F48C-46D5-8414-B74B7646E463}" destId="{67D5F0A2-396C-4124-9DA0-2BA9AC22B41D}" srcOrd="1" destOrd="0" parTransId="{50B4D80A-8689-4699-AEAF-2EAE39C1E24F}" sibTransId="{C2C4A994-07DA-47A5-8C8F-1A31D8EBA2F1}"/>
    <dgm:cxn modelId="{900A2EAA-8DF3-493D-8222-5C7837A952B3}" type="presOf" srcId="{8DD78156-38B3-42EA-B6E8-FC9121C1645D}" destId="{98F561F4-C103-41F6-B9A5-FA14EAB59A97}" srcOrd="0" destOrd="2" presId="urn:microsoft.com/office/officeart/2005/8/layout/hList1"/>
    <dgm:cxn modelId="{500021B7-4852-4C36-ABE1-A82C0E7FDBDC}" type="presOf" srcId="{4FFF7B94-3C92-4703-BEA0-4AFD4BC2F356}" destId="{9406F095-2DCF-419B-A3EC-FA277A56CA83}" srcOrd="0" destOrd="3" presId="urn:microsoft.com/office/officeart/2005/8/layout/hList1"/>
    <dgm:cxn modelId="{A09BF8B9-5E16-4027-A022-899ACB4E0996}" type="presOf" srcId="{3A6913CC-7E4C-4A47-A918-6ECF6081D8CE}" destId="{711CE3EB-356B-4F45-9F1D-B39BA45AF17F}" srcOrd="0" destOrd="0" presId="urn:microsoft.com/office/officeart/2005/8/layout/hList1"/>
    <dgm:cxn modelId="{5337E4BC-16A3-486E-95F8-049FA507FE9E}" type="presOf" srcId="{15839501-257E-4C34-8102-88BB5F29C6D6}" destId="{9406F095-2DCF-419B-A3EC-FA277A56CA83}" srcOrd="0" destOrd="4" presId="urn:microsoft.com/office/officeart/2005/8/layout/hList1"/>
    <dgm:cxn modelId="{C6740FD2-0BE3-4F62-8650-0B8D4AAD2F08}" type="presOf" srcId="{CD8AC5C9-8C94-4FCF-A70E-FE7CA64173C4}" destId="{98F561F4-C103-41F6-B9A5-FA14EAB59A97}" srcOrd="0" destOrd="3" presId="urn:microsoft.com/office/officeart/2005/8/layout/hList1"/>
    <dgm:cxn modelId="{1C3D42D9-F20D-47C3-BE0E-0E5E951D8A3C}" srcId="{A46B78DC-E003-4D3D-B285-A93B116A4A4E}" destId="{0D8C1B20-F48C-46D5-8414-B74B7646E463}" srcOrd="1" destOrd="0" parTransId="{2AF66390-3B5D-4D06-B354-8EA46113F5F3}" sibTransId="{C993A7A9-7B64-45FA-9AA7-062BD91C3581}"/>
    <dgm:cxn modelId="{4F3C14DE-7277-45A4-A893-6DEA7A8F7180}" type="presOf" srcId="{67D5F0A2-396C-4124-9DA0-2BA9AC22B41D}" destId="{98F561F4-C103-41F6-B9A5-FA14EAB59A97}" srcOrd="0" destOrd="1" presId="urn:microsoft.com/office/officeart/2005/8/layout/hList1"/>
    <dgm:cxn modelId="{DEF506E7-B584-481C-9F13-2DAB10A78E3C}" type="presOf" srcId="{5516710A-2351-4B7F-BEDF-588E76035A6B}" destId="{711CE3EB-356B-4F45-9F1D-B39BA45AF17F}" srcOrd="0" destOrd="1" presId="urn:microsoft.com/office/officeart/2005/8/layout/hList1"/>
    <dgm:cxn modelId="{4E65D8F0-C4EA-4CD7-9AC0-8DEF1C74BF9B}" type="presOf" srcId="{0D8C1B20-F48C-46D5-8414-B74B7646E463}" destId="{53C53A58-E1E7-4994-96B6-6060BA7F86E7}" srcOrd="0" destOrd="0" presId="urn:microsoft.com/office/officeart/2005/8/layout/hList1"/>
    <dgm:cxn modelId="{AFCAADFC-8A2C-4A6B-AA97-FA2720E36B26}" srcId="{256CDACE-2DFC-4B4E-8C7E-BA79061BDE91}" destId="{3A6913CC-7E4C-4A47-A918-6ECF6081D8CE}" srcOrd="0" destOrd="0" parTransId="{53957ED4-6742-4E3B-BD76-2D1529D0B1D3}" sibTransId="{F3D7C1D2-1121-4819-818E-E87100A8AF07}"/>
    <dgm:cxn modelId="{3F8C0BFE-E68B-4492-A4D4-5E6CEA6A49C4}" srcId="{0D8C1B20-F48C-46D5-8414-B74B7646E463}" destId="{8DD78156-38B3-42EA-B6E8-FC9121C1645D}" srcOrd="2" destOrd="0" parTransId="{9BB1AB66-A7D1-47F4-A33D-9D9E0CE9AE0C}" sibTransId="{AD330EF2-BF97-4386-B987-70C94B3FD969}"/>
    <dgm:cxn modelId="{D5BDDE0E-273B-4E35-9BD6-784C46F04DC3}" type="presParOf" srcId="{2960156A-DDD2-480B-846B-C0AA68484150}" destId="{C0E05151-99D6-4F56-96F7-318EB2D858A2}" srcOrd="0" destOrd="0" presId="urn:microsoft.com/office/officeart/2005/8/layout/hList1"/>
    <dgm:cxn modelId="{6895EA3D-3AAD-4B20-BC59-8D9C4B822CA3}" type="presParOf" srcId="{C0E05151-99D6-4F56-96F7-318EB2D858A2}" destId="{450CB1F0-66DD-4EBE-B303-7DEC10A169E2}" srcOrd="0" destOrd="0" presId="urn:microsoft.com/office/officeart/2005/8/layout/hList1"/>
    <dgm:cxn modelId="{C7771C31-EF84-47B1-97D6-7DF12A391C5B}" type="presParOf" srcId="{C0E05151-99D6-4F56-96F7-318EB2D858A2}" destId="{9406F095-2DCF-419B-A3EC-FA277A56CA83}" srcOrd="1" destOrd="0" presId="urn:microsoft.com/office/officeart/2005/8/layout/hList1"/>
    <dgm:cxn modelId="{01E4EFF8-39D4-42CC-B1A1-A668C4A673A3}" type="presParOf" srcId="{2960156A-DDD2-480B-846B-C0AA68484150}" destId="{2656C017-7BA5-4B67-86BE-E3E486561AA5}" srcOrd="1" destOrd="0" presId="urn:microsoft.com/office/officeart/2005/8/layout/hList1"/>
    <dgm:cxn modelId="{3CB77F15-945B-4BC1-A099-82A42D6341DA}" type="presParOf" srcId="{2960156A-DDD2-480B-846B-C0AA68484150}" destId="{1D6281AC-76D6-433B-B247-0F6994D0732C}" srcOrd="2" destOrd="0" presId="urn:microsoft.com/office/officeart/2005/8/layout/hList1"/>
    <dgm:cxn modelId="{8D989893-6B3E-4155-A749-04A4A7B7F60C}" type="presParOf" srcId="{1D6281AC-76D6-433B-B247-0F6994D0732C}" destId="{53C53A58-E1E7-4994-96B6-6060BA7F86E7}" srcOrd="0" destOrd="0" presId="urn:microsoft.com/office/officeart/2005/8/layout/hList1"/>
    <dgm:cxn modelId="{1FD02EE7-0ACB-4418-8018-40EA4904AC81}" type="presParOf" srcId="{1D6281AC-76D6-433B-B247-0F6994D0732C}" destId="{98F561F4-C103-41F6-B9A5-FA14EAB59A97}" srcOrd="1" destOrd="0" presId="urn:microsoft.com/office/officeart/2005/8/layout/hList1"/>
    <dgm:cxn modelId="{2D8C879C-C997-4896-86EA-BF6626AF133F}" type="presParOf" srcId="{2960156A-DDD2-480B-846B-C0AA68484150}" destId="{D68089F2-B9E5-45D3-B819-600574852953}" srcOrd="3" destOrd="0" presId="urn:microsoft.com/office/officeart/2005/8/layout/hList1"/>
    <dgm:cxn modelId="{FF96422B-AB33-4667-A543-D41E61792F35}" type="presParOf" srcId="{2960156A-DDD2-480B-846B-C0AA68484150}" destId="{6C5C0EA5-63EA-4E63-96AC-7568C507F848}" srcOrd="4" destOrd="0" presId="urn:microsoft.com/office/officeart/2005/8/layout/hList1"/>
    <dgm:cxn modelId="{640B4E32-BC7F-4176-B929-B301FD29345F}" type="presParOf" srcId="{6C5C0EA5-63EA-4E63-96AC-7568C507F848}" destId="{64F67506-C4B4-4C95-95EB-C6029AB139D3}" srcOrd="0" destOrd="0" presId="urn:microsoft.com/office/officeart/2005/8/layout/hList1"/>
    <dgm:cxn modelId="{4648DCBB-00B6-4809-A0EB-470F31941508}" type="presParOf" srcId="{6C5C0EA5-63EA-4E63-96AC-7568C507F848}" destId="{711CE3EB-356B-4F45-9F1D-B39BA45AF17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70802D1-78C0-4DD1-919F-05C04C886739}" type="doc">
      <dgm:prSet loTypeId="urn:microsoft.com/office/officeart/2005/8/layout/vList2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288BA728-AC9D-4E86-8539-E2976BB664DA}">
      <dgm:prSet/>
      <dgm:spPr/>
      <dgm:t>
        <a:bodyPr/>
        <a:lstStyle/>
        <a:p>
          <a:r>
            <a:rPr lang="fr-FR" b="1" dirty="0">
              <a:latin typeface="Aptos" panose="020B0004020202020204" pitchFamily="34" charset="0"/>
            </a:rPr>
            <a:t>Objectif principal</a:t>
          </a:r>
          <a:endParaRPr lang="en-US" dirty="0">
            <a:latin typeface="Aptos" panose="020B0004020202020204" pitchFamily="34" charset="0"/>
          </a:endParaRPr>
        </a:p>
      </dgm:t>
    </dgm:pt>
    <dgm:pt modelId="{6DFAB673-A860-4380-BCF9-399F8B2B8A57}" type="parTrans" cxnId="{07BCD025-E981-4125-99C6-C1F36A76386C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1EF93848-5E42-4F98-863D-2D565F149A0F}" type="sibTrans" cxnId="{07BCD025-E981-4125-99C6-C1F36A76386C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BA7C200C-C2C0-4545-9797-28D4EBAC06C9}">
      <dgm:prSet/>
      <dgm:spPr/>
      <dgm:t>
        <a:bodyPr/>
        <a:lstStyle/>
        <a:p>
          <a:r>
            <a:rPr lang="fr-FR" dirty="0">
              <a:latin typeface="Aptos" panose="020B0004020202020204" pitchFamily="34" charset="0"/>
            </a:rPr>
            <a:t>Étudier la stabilité au flambement d’une cuve cylindrique mince par éléments finis</a:t>
          </a:r>
          <a:endParaRPr lang="en-US" dirty="0">
            <a:latin typeface="Aptos" panose="020B0004020202020204" pitchFamily="34" charset="0"/>
          </a:endParaRPr>
        </a:p>
      </dgm:t>
    </dgm:pt>
    <dgm:pt modelId="{19B647E3-B03E-42BC-B63E-5F5812D56EB2}" type="parTrans" cxnId="{464CFD53-8B2E-4EC3-828B-918992DE63F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1AFC884-4FC4-47B2-ADEE-577F55BBD7F4}" type="sibTrans" cxnId="{464CFD53-8B2E-4EC3-828B-918992DE63F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A63CFF26-344F-42C2-A6E5-6DCDA1EA7DB7}">
      <dgm:prSet/>
      <dgm:spPr/>
      <dgm:t>
        <a:bodyPr/>
        <a:lstStyle/>
        <a:p>
          <a:r>
            <a:rPr lang="fr-FR" b="1" dirty="0">
              <a:latin typeface="Aptos" panose="020B0004020202020204" pitchFamily="34" charset="0"/>
            </a:rPr>
            <a:t>Objectifs spécifiques</a:t>
          </a:r>
          <a:endParaRPr lang="en-US" dirty="0">
            <a:latin typeface="Aptos" panose="020B0004020202020204" pitchFamily="34" charset="0"/>
          </a:endParaRPr>
        </a:p>
      </dgm:t>
    </dgm:pt>
    <dgm:pt modelId="{F93C9B32-DC61-47C8-870A-FC8F9B1CE4EC}" type="parTrans" cxnId="{BF18011F-B68C-40AF-BC0C-8ABC7E04602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F6D40215-E081-4A8C-8362-5E127B8DB48B}" type="sibTrans" cxnId="{BF18011F-B68C-40AF-BC0C-8ABC7E04602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FFFDB8D-EFED-4D13-BDC8-D56C809343D3}">
      <dgm:prSet/>
      <dgm:spPr/>
      <dgm:t>
        <a:bodyPr/>
        <a:lstStyle/>
        <a:p>
          <a:r>
            <a:rPr lang="fr-FR" dirty="0">
              <a:latin typeface="Aptos" panose="020B0004020202020204" pitchFamily="34" charset="0"/>
            </a:rPr>
            <a:t>Analyser l’effet du poids propre sur la stabilité</a:t>
          </a:r>
          <a:endParaRPr lang="en-US" dirty="0">
            <a:latin typeface="Aptos" panose="020B0004020202020204" pitchFamily="34" charset="0"/>
          </a:endParaRPr>
        </a:p>
      </dgm:t>
    </dgm:pt>
    <dgm:pt modelId="{0270E6E0-BBA6-4B67-8297-DB54EABA5AAA}" type="parTrans" cxnId="{1F6D2A07-155D-491B-8980-37757DEE0FFE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7BD4E93B-0A23-4898-8AFF-E87CA46CC4DC}" type="sibTrans" cxnId="{1F6D2A07-155D-491B-8980-37757DEE0FFE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6E9586C-9CE6-4A38-8855-32C4F9826F75}">
      <dgm:prSet/>
      <dgm:spPr/>
      <dgm:t>
        <a:bodyPr/>
        <a:lstStyle/>
        <a:p>
          <a:r>
            <a:rPr lang="fr-FR" dirty="0">
              <a:latin typeface="Aptos" panose="020B0004020202020204" pitchFamily="34" charset="0"/>
            </a:rPr>
            <a:t>Étudier l’influence de la pression hydrostatique et d’une surpression interne</a:t>
          </a:r>
          <a:endParaRPr lang="en-US" dirty="0">
            <a:latin typeface="Aptos" panose="020B0004020202020204" pitchFamily="34" charset="0"/>
          </a:endParaRPr>
        </a:p>
      </dgm:t>
    </dgm:pt>
    <dgm:pt modelId="{99C6B6E7-8157-4A51-BFCE-7DA6E92B11B4}" type="parTrans" cxnId="{198A7BD8-F6CC-4078-9692-C911ED97202D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48AB86F-8EC7-4BF7-BB3F-61A082AB305E}" type="sibTrans" cxnId="{198A7BD8-F6CC-4078-9692-C911ED97202D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6023B45-4D1B-4FDE-8CE8-3EAACF412ED1}">
      <dgm:prSet/>
      <dgm:spPr/>
      <dgm:t>
        <a:bodyPr/>
        <a:lstStyle/>
        <a:p>
          <a:r>
            <a:rPr lang="fr-FR" dirty="0">
              <a:latin typeface="Aptos" panose="020B0004020202020204" pitchFamily="34" charset="0"/>
            </a:rPr>
            <a:t>Mettre en évidence l’impact de la géométrie sur les modes de flambement</a:t>
          </a:r>
          <a:endParaRPr lang="en-US" dirty="0">
            <a:latin typeface="Aptos" panose="020B0004020202020204" pitchFamily="34" charset="0"/>
          </a:endParaRPr>
        </a:p>
      </dgm:t>
    </dgm:pt>
    <dgm:pt modelId="{A794D446-C903-436B-A99F-2C08C8160D70}" type="parTrans" cxnId="{938B4F52-9576-40E1-BE76-1CF937A0F071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8925504-2521-4BE4-B4F7-35C35D6C49E3}" type="sibTrans" cxnId="{938B4F52-9576-40E1-BE76-1CF937A0F071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1C6D777-1111-4851-9A04-0B7AD067F5B9}">
      <dgm:prSet/>
      <dgm:spPr/>
      <dgm:t>
        <a:bodyPr/>
        <a:lstStyle/>
        <a:p>
          <a:r>
            <a:rPr lang="fr-FR" dirty="0">
              <a:latin typeface="Aptos" panose="020B0004020202020204" pitchFamily="34" charset="0"/>
            </a:rPr>
            <a:t>Proposer et évaluer des solutions d’optimisation géométrique</a:t>
          </a:r>
          <a:endParaRPr lang="en-US" dirty="0">
            <a:latin typeface="Aptos" panose="020B0004020202020204" pitchFamily="34" charset="0"/>
          </a:endParaRPr>
        </a:p>
      </dgm:t>
    </dgm:pt>
    <dgm:pt modelId="{FD3E4399-AE88-4A28-BFBE-6A113D8E652C}" type="parTrans" cxnId="{06D44A2B-9036-4201-9776-07FC4E496BA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F46C16A6-4985-4EEA-B0BC-CC33948E8B09}" type="sibTrans" cxnId="{06D44A2B-9036-4201-9776-07FC4E496BAA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5EE100EB-2C80-4AC0-9477-900A0B7E973F}" type="pres">
      <dgm:prSet presAssocID="{E70802D1-78C0-4DD1-919F-05C04C886739}" presName="linear" presStyleCnt="0">
        <dgm:presLayoutVars>
          <dgm:animLvl val="lvl"/>
          <dgm:resizeHandles val="exact"/>
        </dgm:presLayoutVars>
      </dgm:prSet>
      <dgm:spPr/>
    </dgm:pt>
    <dgm:pt modelId="{74447A8B-16A1-4D93-AB28-9B4AED831722}" type="pres">
      <dgm:prSet presAssocID="{288BA728-AC9D-4E86-8539-E2976BB664D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CA39AF6-BE27-45A4-A30E-39C23649BC65}" type="pres">
      <dgm:prSet presAssocID="{288BA728-AC9D-4E86-8539-E2976BB664DA}" presName="childText" presStyleLbl="revTx" presStyleIdx="0" presStyleCnt="2" custScaleY="105176">
        <dgm:presLayoutVars>
          <dgm:bulletEnabled val="1"/>
        </dgm:presLayoutVars>
      </dgm:prSet>
      <dgm:spPr/>
    </dgm:pt>
    <dgm:pt modelId="{AACA39FE-D32D-48A1-A0AF-A40BCAADF98C}" type="pres">
      <dgm:prSet presAssocID="{A63CFF26-344F-42C2-A6E5-6DCDA1EA7DB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E3E8102B-C98C-487B-9DFA-D635AC574A89}" type="pres">
      <dgm:prSet presAssocID="{A63CFF26-344F-42C2-A6E5-6DCDA1EA7DB7}" presName="childText" presStyleLbl="revTx" presStyleIdx="1" presStyleCnt="2" custScaleY="109221">
        <dgm:presLayoutVars>
          <dgm:bulletEnabled val="1"/>
        </dgm:presLayoutVars>
      </dgm:prSet>
      <dgm:spPr/>
    </dgm:pt>
  </dgm:ptLst>
  <dgm:cxnLst>
    <dgm:cxn modelId="{21483906-5CC2-4B65-9596-9F272DE221A0}" type="presOf" srcId="{BA7C200C-C2C0-4545-9797-28D4EBAC06C9}" destId="{5CA39AF6-BE27-45A4-A30E-39C23649BC65}" srcOrd="0" destOrd="0" presId="urn:microsoft.com/office/officeart/2005/8/layout/vList2"/>
    <dgm:cxn modelId="{1F6D2A07-155D-491B-8980-37757DEE0FFE}" srcId="{A63CFF26-344F-42C2-A6E5-6DCDA1EA7DB7}" destId="{6FFFDB8D-EFED-4D13-BDC8-D56C809343D3}" srcOrd="0" destOrd="0" parTransId="{0270E6E0-BBA6-4B67-8297-DB54EABA5AAA}" sibTransId="{7BD4E93B-0A23-4898-8AFF-E87CA46CC4DC}"/>
    <dgm:cxn modelId="{68E47708-E7A1-46EB-BFE2-BA459B95CD53}" type="presOf" srcId="{26E9586C-9CE6-4A38-8855-32C4F9826F75}" destId="{E3E8102B-C98C-487B-9DFA-D635AC574A89}" srcOrd="0" destOrd="1" presId="urn:microsoft.com/office/officeart/2005/8/layout/vList2"/>
    <dgm:cxn modelId="{BF18011F-B68C-40AF-BC0C-8ABC7E04602A}" srcId="{E70802D1-78C0-4DD1-919F-05C04C886739}" destId="{A63CFF26-344F-42C2-A6E5-6DCDA1EA7DB7}" srcOrd="1" destOrd="0" parTransId="{F93C9B32-DC61-47C8-870A-FC8F9B1CE4EC}" sibTransId="{F6D40215-E081-4A8C-8362-5E127B8DB48B}"/>
    <dgm:cxn modelId="{07BCD025-E981-4125-99C6-C1F36A76386C}" srcId="{E70802D1-78C0-4DD1-919F-05C04C886739}" destId="{288BA728-AC9D-4E86-8539-E2976BB664DA}" srcOrd="0" destOrd="0" parTransId="{6DFAB673-A860-4380-BCF9-399F8B2B8A57}" sibTransId="{1EF93848-5E42-4F98-863D-2D565F149A0F}"/>
    <dgm:cxn modelId="{06D44A2B-9036-4201-9776-07FC4E496BAA}" srcId="{A63CFF26-344F-42C2-A6E5-6DCDA1EA7DB7}" destId="{31C6D777-1111-4851-9A04-0B7AD067F5B9}" srcOrd="3" destOrd="0" parTransId="{FD3E4399-AE88-4A28-BFBE-6A113D8E652C}" sibTransId="{F46C16A6-4985-4EEA-B0BC-CC33948E8B09}"/>
    <dgm:cxn modelId="{D28DFC2C-8B6A-410C-9E60-DC17CD4B9506}" type="presOf" srcId="{E70802D1-78C0-4DD1-919F-05C04C886739}" destId="{5EE100EB-2C80-4AC0-9477-900A0B7E973F}" srcOrd="0" destOrd="0" presId="urn:microsoft.com/office/officeart/2005/8/layout/vList2"/>
    <dgm:cxn modelId="{2ADC3E6F-C04B-4315-9079-E1196C37FB63}" type="presOf" srcId="{6FFFDB8D-EFED-4D13-BDC8-D56C809343D3}" destId="{E3E8102B-C98C-487B-9DFA-D635AC574A89}" srcOrd="0" destOrd="0" presId="urn:microsoft.com/office/officeart/2005/8/layout/vList2"/>
    <dgm:cxn modelId="{7676F850-2C33-4BD7-8CE4-FAC6970AB007}" type="presOf" srcId="{26023B45-4D1B-4FDE-8CE8-3EAACF412ED1}" destId="{E3E8102B-C98C-487B-9DFA-D635AC574A89}" srcOrd="0" destOrd="2" presId="urn:microsoft.com/office/officeart/2005/8/layout/vList2"/>
    <dgm:cxn modelId="{938B4F52-9576-40E1-BE76-1CF937A0F071}" srcId="{A63CFF26-344F-42C2-A6E5-6DCDA1EA7DB7}" destId="{26023B45-4D1B-4FDE-8CE8-3EAACF412ED1}" srcOrd="2" destOrd="0" parTransId="{A794D446-C903-436B-A99F-2C08C8160D70}" sibTransId="{D8925504-2521-4BE4-B4F7-35C35D6C49E3}"/>
    <dgm:cxn modelId="{464CFD53-8B2E-4EC3-828B-918992DE63F3}" srcId="{288BA728-AC9D-4E86-8539-E2976BB664DA}" destId="{BA7C200C-C2C0-4545-9797-28D4EBAC06C9}" srcOrd="0" destOrd="0" parTransId="{19B647E3-B03E-42BC-B63E-5F5812D56EB2}" sibTransId="{91AFC884-4FC4-47B2-ADEE-577F55BBD7F4}"/>
    <dgm:cxn modelId="{C207645A-C221-4ABA-8EDF-00A227FFE260}" type="presOf" srcId="{A63CFF26-344F-42C2-A6E5-6DCDA1EA7DB7}" destId="{AACA39FE-D32D-48A1-A0AF-A40BCAADF98C}" srcOrd="0" destOrd="0" presId="urn:microsoft.com/office/officeart/2005/8/layout/vList2"/>
    <dgm:cxn modelId="{198A7BD8-F6CC-4078-9692-C911ED97202D}" srcId="{A63CFF26-344F-42C2-A6E5-6DCDA1EA7DB7}" destId="{26E9586C-9CE6-4A38-8855-32C4F9826F75}" srcOrd="1" destOrd="0" parTransId="{99C6B6E7-8157-4A51-BFCE-7DA6E92B11B4}" sibTransId="{648AB86F-8EC7-4BF7-BB3F-61A082AB305E}"/>
    <dgm:cxn modelId="{640EE7E5-7FF9-45A8-86F0-CD1C037A30B0}" type="presOf" srcId="{288BA728-AC9D-4E86-8539-E2976BB664DA}" destId="{74447A8B-16A1-4D93-AB28-9B4AED831722}" srcOrd="0" destOrd="0" presId="urn:microsoft.com/office/officeart/2005/8/layout/vList2"/>
    <dgm:cxn modelId="{62CF0CFC-6F62-4A41-B36C-3EBE9F731B95}" type="presOf" srcId="{31C6D777-1111-4851-9A04-0B7AD067F5B9}" destId="{E3E8102B-C98C-487B-9DFA-D635AC574A89}" srcOrd="0" destOrd="3" presId="urn:microsoft.com/office/officeart/2005/8/layout/vList2"/>
    <dgm:cxn modelId="{EC8CCDB5-BB8C-49E3-8E04-CD180A21CA12}" type="presParOf" srcId="{5EE100EB-2C80-4AC0-9477-900A0B7E973F}" destId="{74447A8B-16A1-4D93-AB28-9B4AED831722}" srcOrd="0" destOrd="0" presId="urn:microsoft.com/office/officeart/2005/8/layout/vList2"/>
    <dgm:cxn modelId="{E352DEFD-BCA7-4F5E-975A-91CD22F8B809}" type="presParOf" srcId="{5EE100EB-2C80-4AC0-9477-900A0B7E973F}" destId="{5CA39AF6-BE27-45A4-A30E-39C23649BC65}" srcOrd="1" destOrd="0" presId="urn:microsoft.com/office/officeart/2005/8/layout/vList2"/>
    <dgm:cxn modelId="{E03F4D42-2283-461A-872A-F1DCEDBA30AE}" type="presParOf" srcId="{5EE100EB-2C80-4AC0-9477-900A0B7E973F}" destId="{AACA39FE-D32D-48A1-A0AF-A40BCAADF98C}" srcOrd="2" destOrd="0" presId="urn:microsoft.com/office/officeart/2005/8/layout/vList2"/>
    <dgm:cxn modelId="{E4442872-03AC-4D5C-9B06-2FB7197F6651}" type="presParOf" srcId="{5EE100EB-2C80-4AC0-9477-900A0B7E973F}" destId="{E3E8102B-C98C-487B-9DFA-D635AC574A89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8D5DFF-6C61-4205-B96E-6690A418F03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5DF0FA9-22EB-492B-A3C6-BB20FD435AFE}">
      <dgm:prSet/>
      <dgm:spPr/>
      <dgm:t>
        <a:bodyPr/>
        <a:lstStyle/>
        <a:p>
          <a:r>
            <a:rPr lang="en-US" dirty="0" err="1"/>
            <a:t>analyse</a:t>
          </a:r>
          <a:endParaRPr lang="en-US" dirty="0"/>
        </a:p>
      </dgm:t>
    </dgm:pt>
    <dgm:pt modelId="{40401CAC-478F-42CD-84BA-0419702FAE4B}" type="parTrans" cxnId="{5CED0145-BF78-4650-A310-4E95E2EC9276}">
      <dgm:prSet/>
      <dgm:spPr/>
      <dgm:t>
        <a:bodyPr/>
        <a:lstStyle/>
        <a:p>
          <a:endParaRPr lang="en-US"/>
        </a:p>
      </dgm:t>
    </dgm:pt>
    <dgm:pt modelId="{52248FC0-7D1B-4B4C-9B0B-813B165EAFA5}" type="sibTrans" cxnId="{5CED0145-BF78-4650-A310-4E95E2EC9276}">
      <dgm:prSet/>
      <dgm:spPr/>
      <dgm:t>
        <a:bodyPr/>
        <a:lstStyle/>
        <a:p>
          <a:endParaRPr lang="en-US"/>
        </a:p>
      </dgm:t>
    </dgm:pt>
    <dgm:pt modelId="{16E27528-64A5-4B69-A47D-F1333A14E17A}">
      <dgm:prSet/>
      <dgm:spPr/>
      <dgm:t>
        <a:bodyPr/>
        <a:lstStyle/>
        <a:p>
          <a:r>
            <a:rPr lang="en-US" dirty="0" err="1"/>
            <a:t>compréhension</a:t>
          </a:r>
          <a:endParaRPr lang="en-US" dirty="0"/>
        </a:p>
      </dgm:t>
    </dgm:pt>
    <dgm:pt modelId="{03E3500E-856C-4A41-AA86-E86A1735FF59}" type="parTrans" cxnId="{25EDE7B2-2008-4C53-B5D7-FF2762F80829}">
      <dgm:prSet/>
      <dgm:spPr/>
      <dgm:t>
        <a:bodyPr/>
        <a:lstStyle/>
        <a:p>
          <a:endParaRPr lang="en-US"/>
        </a:p>
      </dgm:t>
    </dgm:pt>
    <dgm:pt modelId="{CA88C571-6186-4CE7-8BFF-24162990FB13}" type="sibTrans" cxnId="{25EDE7B2-2008-4C53-B5D7-FF2762F80829}">
      <dgm:prSet/>
      <dgm:spPr/>
      <dgm:t>
        <a:bodyPr/>
        <a:lstStyle/>
        <a:p>
          <a:endParaRPr lang="en-US"/>
        </a:p>
      </dgm:t>
    </dgm:pt>
    <dgm:pt modelId="{FF3A37DE-BF07-499D-9F05-F8C8E8A00C76}">
      <dgm:prSet/>
      <dgm:spPr/>
      <dgm:t>
        <a:bodyPr/>
        <a:lstStyle/>
        <a:p>
          <a:r>
            <a:rPr lang="en-US"/>
            <a:t>optimisation</a:t>
          </a:r>
          <a:endParaRPr lang="en-US" dirty="0"/>
        </a:p>
      </dgm:t>
    </dgm:pt>
    <dgm:pt modelId="{C9BEE690-0D8E-4114-8C9D-7B4D42D2BE23}" type="parTrans" cxnId="{3DAED2F2-F447-47EE-A134-3778E7119BE3}">
      <dgm:prSet/>
      <dgm:spPr/>
      <dgm:t>
        <a:bodyPr/>
        <a:lstStyle/>
        <a:p>
          <a:endParaRPr lang="en-US"/>
        </a:p>
      </dgm:t>
    </dgm:pt>
    <dgm:pt modelId="{BCE6FD33-3E84-49A1-86D6-D68DA1325B7A}" type="sibTrans" cxnId="{3DAED2F2-F447-47EE-A134-3778E7119BE3}">
      <dgm:prSet/>
      <dgm:spPr/>
      <dgm:t>
        <a:bodyPr/>
        <a:lstStyle/>
        <a:p>
          <a:endParaRPr lang="en-US"/>
        </a:p>
      </dgm:t>
    </dgm:pt>
    <dgm:pt modelId="{85CA6927-2CAF-4B61-AADF-84DD0F4E3637}" type="pres">
      <dgm:prSet presAssocID="{BE8D5DFF-6C61-4205-B96E-6690A418F03B}" presName="Name0" presStyleCnt="0">
        <dgm:presLayoutVars>
          <dgm:dir/>
          <dgm:animLvl val="lvl"/>
          <dgm:resizeHandles val="exact"/>
        </dgm:presLayoutVars>
      </dgm:prSet>
      <dgm:spPr/>
    </dgm:pt>
    <dgm:pt modelId="{CD8F93F3-FB1C-45FB-8E7D-4B359A008327}" type="pres">
      <dgm:prSet presAssocID="{FF3A37DE-BF07-499D-9F05-F8C8E8A00C76}" presName="boxAndChildren" presStyleCnt="0"/>
      <dgm:spPr/>
    </dgm:pt>
    <dgm:pt modelId="{1AE8B0FB-3208-427E-B8BC-BAD1F982AE3B}" type="pres">
      <dgm:prSet presAssocID="{FF3A37DE-BF07-499D-9F05-F8C8E8A00C76}" presName="parentTextBox" presStyleLbl="node1" presStyleIdx="0" presStyleCnt="3"/>
      <dgm:spPr/>
    </dgm:pt>
    <dgm:pt modelId="{16048C98-34BF-4AB3-A7E1-A303DD53A93A}" type="pres">
      <dgm:prSet presAssocID="{CA88C571-6186-4CE7-8BFF-24162990FB13}" presName="sp" presStyleCnt="0"/>
      <dgm:spPr/>
    </dgm:pt>
    <dgm:pt modelId="{1FBD6D07-69FC-4AE5-8A2A-761BF78B29CF}" type="pres">
      <dgm:prSet presAssocID="{16E27528-64A5-4B69-A47D-F1333A14E17A}" presName="arrowAndChildren" presStyleCnt="0"/>
      <dgm:spPr/>
    </dgm:pt>
    <dgm:pt modelId="{4EB373A4-53CD-4BBC-896C-FCE52F9AD524}" type="pres">
      <dgm:prSet presAssocID="{16E27528-64A5-4B69-A47D-F1333A14E17A}" presName="parentTextArrow" presStyleLbl="node1" presStyleIdx="1" presStyleCnt="3"/>
      <dgm:spPr/>
    </dgm:pt>
    <dgm:pt modelId="{E1EC730B-30CB-4508-8EC1-AEF80D60090C}" type="pres">
      <dgm:prSet presAssocID="{52248FC0-7D1B-4B4C-9B0B-813B165EAFA5}" presName="sp" presStyleCnt="0"/>
      <dgm:spPr/>
    </dgm:pt>
    <dgm:pt modelId="{646B5A1E-860E-4C01-A30C-9B592888F58C}" type="pres">
      <dgm:prSet presAssocID="{55DF0FA9-22EB-492B-A3C6-BB20FD435AFE}" presName="arrowAndChildren" presStyleCnt="0"/>
      <dgm:spPr/>
    </dgm:pt>
    <dgm:pt modelId="{AECBEDF1-1B2D-40C1-AF33-AE4151D64DD1}" type="pres">
      <dgm:prSet presAssocID="{55DF0FA9-22EB-492B-A3C6-BB20FD435AFE}" presName="parentTextArrow" presStyleLbl="node1" presStyleIdx="2" presStyleCnt="3"/>
      <dgm:spPr/>
    </dgm:pt>
  </dgm:ptLst>
  <dgm:cxnLst>
    <dgm:cxn modelId="{28EA1902-CF1F-4135-BE20-75FA3742A27E}" type="presOf" srcId="{FF3A37DE-BF07-499D-9F05-F8C8E8A00C76}" destId="{1AE8B0FB-3208-427E-B8BC-BAD1F982AE3B}" srcOrd="0" destOrd="0" presId="urn:microsoft.com/office/officeart/2005/8/layout/process4"/>
    <dgm:cxn modelId="{8C2A2F15-1A33-4520-A597-209C48BFE71C}" type="presOf" srcId="{BE8D5DFF-6C61-4205-B96E-6690A418F03B}" destId="{85CA6927-2CAF-4B61-AADF-84DD0F4E3637}" srcOrd="0" destOrd="0" presId="urn:microsoft.com/office/officeart/2005/8/layout/process4"/>
    <dgm:cxn modelId="{C2E33644-5E90-47C8-9A0F-7078D4BCF014}" type="presOf" srcId="{55DF0FA9-22EB-492B-A3C6-BB20FD435AFE}" destId="{AECBEDF1-1B2D-40C1-AF33-AE4151D64DD1}" srcOrd="0" destOrd="0" presId="urn:microsoft.com/office/officeart/2005/8/layout/process4"/>
    <dgm:cxn modelId="{5CED0145-BF78-4650-A310-4E95E2EC9276}" srcId="{BE8D5DFF-6C61-4205-B96E-6690A418F03B}" destId="{55DF0FA9-22EB-492B-A3C6-BB20FD435AFE}" srcOrd="0" destOrd="0" parTransId="{40401CAC-478F-42CD-84BA-0419702FAE4B}" sibTransId="{52248FC0-7D1B-4B4C-9B0B-813B165EAFA5}"/>
    <dgm:cxn modelId="{25EDE7B2-2008-4C53-B5D7-FF2762F80829}" srcId="{BE8D5DFF-6C61-4205-B96E-6690A418F03B}" destId="{16E27528-64A5-4B69-A47D-F1333A14E17A}" srcOrd="1" destOrd="0" parTransId="{03E3500E-856C-4A41-AA86-E86A1735FF59}" sibTransId="{CA88C571-6186-4CE7-8BFF-24162990FB13}"/>
    <dgm:cxn modelId="{0A3078E1-E7B5-4252-8BFE-BAE346314591}" type="presOf" srcId="{16E27528-64A5-4B69-A47D-F1333A14E17A}" destId="{4EB373A4-53CD-4BBC-896C-FCE52F9AD524}" srcOrd="0" destOrd="0" presId="urn:microsoft.com/office/officeart/2005/8/layout/process4"/>
    <dgm:cxn modelId="{3DAED2F2-F447-47EE-A134-3778E7119BE3}" srcId="{BE8D5DFF-6C61-4205-B96E-6690A418F03B}" destId="{FF3A37DE-BF07-499D-9F05-F8C8E8A00C76}" srcOrd="2" destOrd="0" parTransId="{C9BEE690-0D8E-4114-8C9D-7B4D42D2BE23}" sibTransId="{BCE6FD33-3E84-49A1-86D6-D68DA1325B7A}"/>
    <dgm:cxn modelId="{F4170E7C-CA45-4C3C-B1A9-21010051EEF0}" type="presParOf" srcId="{85CA6927-2CAF-4B61-AADF-84DD0F4E3637}" destId="{CD8F93F3-FB1C-45FB-8E7D-4B359A008327}" srcOrd="0" destOrd="0" presId="urn:microsoft.com/office/officeart/2005/8/layout/process4"/>
    <dgm:cxn modelId="{BD5D21D5-D790-412C-8CA7-BEDB7886E421}" type="presParOf" srcId="{CD8F93F3-FB1C-45FB-8E7D-4B359A008327}" destId="{1AE8B0FB-3208-427E-B8BC-BAD1F982AE3B}" srcOrd="0" destOrd="0" presId="urn:microsoft.com/office/officeart/2005/8/layout/process4"/>
    <dgm:cxn modelId="{52998FF7-D18D-4012-A2B8-AE5E36F164E4}" type="presParOf" srcId="{85CA6927-2CAF-4B61-AADF-84DD0F4E3637}" destId="{16048C98-34BF-4AB3-A7E1-A303DD53A93A}" srcOrd="1" destOrd="0" presId="urn:microsoft.com/office/officeart/2005/8/layout/process4"/>
    <dgm:cxn modelId="{70BB98A7-8AE7-4784-B3F3-B7311888324B}" type="presParOf" srcId="{85CA6927-2CAF-4B61-AADF-84DD0F4E3637}" destId="{1FBD6D07-69FC-4AE5-8A2A-761BF78B29CF}" srcOrd="2" destOrd="0" presId="urn:microsoft.com/office/officeart/2005/8/layout/process4"/>
    <dgm:cxn modelId="{331EDBE8-41E4-4515-AF60-E4CA58355A1F}" type="presParOf" srcId="{1FBD6D07-69FC-4AE5-8A2A-761BF78B29CF}" destId="{4EB373A4-53CD-4BBC-896C-FCE52F9AD524}" srcOrd="0" destOrd="0" presId="urn:microsoft.com/office/officeart/2005/8/layout/process4"/>
    <dgm:cxn modelId="{8DA53334-1D87-4669-BCBD-07165FF64327}" type="presParOf" srcId="{85CA6927-2CAF-4B61-AADF-84DD0F4E3637}" destId="{E1EC730B-30CB-4508-8EC1-AEF80D60090C}" srcOrd="3" destOrd="0" presId="urn:microsoft.com/office/officeart/2005/8/layout/process4"/>
    <dgm:cxn modelId="{A8926722-4987-4627-BE27-464AE87D99E6}" type="presParOf" srcId="{85CA6927-2CAF-4B61-AADF-84DD0F4E3637}" destId="{646B5A1E-860E-4C01-A30C-9B592888F58C}" srcOrd="4" destOrd="0" presId="urn:microsoft.com/office/officeart/2005/8/layout/process4"/>
    <dgm:cxn modelId="{BA9B3533-C398-424E-914F-AC2886F8ACB1}" type="presParOf" srcId="{646B5A1E-860E-4C01-A30C-9B592888F58C}" destId="{AECBEDF1-1B2D-40C1-AF33-AE4151D64DD1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160A5C3-489A-4CB8-9516-F634873E6893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99CD57E-A7C2-4CAB-9C22-115BBCE85E43}">
      <dgm:prSet custT="1"/>
      <dgm:spPr/>
      <dgm:t>
        <a:bodyPr/>
        <a:lstStyle/>
        <a:p>
          <a:r>
            <a:rPr lang="en-US" sz="2400" b="1" dirty="0" err="1">
              <a:latin typeface="Aptos" panose="020B0004020202020204" pitchFamily="34" charset="0"/>
            </a:rPr>
            <a:t>Approche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générale</a:t>
          </a:r>
          <a:endParaRPr lang="en-US" sz="2400" dirty="0">
            <a:latin typeface="Aptos" panose="020B0004020202020204" pitchFamily="34" charset="0"/>
          </a:endParaRPr>
        </a:p>
      </dgm:t>
    </dgm:pt>
    <dgm:pt modelId="{8DA16AC6-165E-4E7E-B49C-653A702CEC94}" type="parTrans" cxnId="{0E6EC93D-E732-4A03-A9B6-5165EA8AC73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FAE01CE-0C80-479C-84AD-B99B96953A59}" type="sibTrans" cxnId="{0E6EC93D-E732-4A03-A9B6-5165EA8AC73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AA992E1E-3F36-44FF-ABCF-3CF2E2DE39B6}">
      <dgm:prSet/>
      <dgm:spPr/>
      <dgm:t>
        <a:bodyPr/>
        <a:lstStyle/>
        <a:p>
          <a:r>
            <a:rPr lang="en-US" dirty="0" err="1">
              <a:latin typeface="Aptos" panose="020B0004020202020204" pitchFamily="34" charset="0"/>
            </a:rPr>
            <a:t>Analyse</a:t>
          </a:r>
          <a:r>
            <a:rPr lang="en-US" dirty="0">
              <a:latin typeface="Aptos" panose="020B0004020202020204" pitchFamily="34" charset="0"/>
            </a:rPr>
            <a:t> de </a:t>
          </a:r>
          <a:r>
            <a:rPr lang="en-US" dirty="0" err="1">
              <a:latin typeface="Aptos" panose="020B0004020202020204" pitchFamily="34" charset="0"/>
            </a:rPr>
            <a:t>flambement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linéaire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élastique</a:t>
          </a:r>
          <a:endParaRPr lang="en-US" dirty="0">
            <a:latin typeface="Aptos" panose="020B0004020202020204" pitchFamily="34" charset="0"/>
          </a:endParaRPr>
        </a:p>
      </dgm:t>
    </dgm:pt>
    <dgm:pt modelId="{71B72A62-8B27-4AD8-B19B-BB5F69A59BF7}" type="parTrans" cxnId="{4385B45B-4AED-4D94-96F1-97C68E21EB0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57195DA4-ACBA-4C0E-822D-A51C0C0AD21B}" type="sibTrans" cxnId="{4385B45B-4AED-4D94-96F1-97C68E21EB0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4B094D1-CE49-4F5C-9013-94D935D0AE8A}">
      <dgm:prSet custT="1"/>
      <dgm:spPr/>
      <dgm:t>
        <a:bodyPr/>
        <a:lstStyle/>
        <a:p>
          <a:r>
            <a:rPr lang="en-US" sz="2400" b="1" dirty="0" err="1">
              <a:latin typeface="Aptos" panose="020B0004020202020204" pitchFamily="34" charset="0"/>
            </a:rPr>
            <a:t>Analyse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statique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linéaire</a:t>
          </a:r>
          <a:r>
            <a:rPr lang="en-US" sz="2400" b="1" dirty="0">
              <a:latin typeface="Aptos" panose="020B0004020202020204" pitchFamily="34" charset="0"/>
            </a:rPr>
            <a:t> (SOL </a:t>
          </a:r>
          <a:r>
            <a:rPr lang="en-US" sz="2400" b="1">
              <a:latin typeface="Aptos" panose="020B0004020202020204" pitchFamily="34" charset="0"/>
            </a:rPr>
            <a:t>101)</a:t>
          </a:r>
          <a:endParaRPr lang="en-US" sz="2400" dirty="0">
            <a:latin typeface="Aptos" panose="020B0004020202020204" pitchFamily="34" charset="0"/>
          </a:endParaRPr>
        </a:p>
      </dgm:t>
    </dgm:pt>
    <dgm:pt modelId="{00091E08-3DEB-4EB0-B0FB-99B6EC14E8F7}" type="parTrans" cxnId="{292E8E05-9FAC-4610-B5BC-418F879B363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77148B2-44FA-4B02-8787-3EFB51D1C31C}" type="sibTrans" cxnId="{292E8E05-9FAC-4610-B5BC-418F879B363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30349AB-9BA9-4F1A-98F4-5474D8D8DEC9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Champs de </a:t>
          </a:r>
          <a:r>
            <a:rPr lang="en-US" dirty="0" err="1">
              <a:latin typeface="Aptos" panose="020B0004020202020204" pitchFamily="34" charset="0"/>
            </a:rPr>
            <a:t>déplacements</a:t>
          </a:r>
          <a:r>
            <a:rPr lang="en-US" dirty="0">
              <a:latin typeface="Aptos" panose="020B0004020202020204" pitchFamily="34" charset="0"/>
            </a:rPr>
            <a:t> et de </a:t>
          </a:r>
          <a:r>
            <a:rPr lang="en-US" dirty="0" err="1">
              <a:latin typeface="Aptos" panose="020B0004020202020204" pitchFamily="34" charset="0"/>
            </a:rPr>
            <a:t>contraintes</a:t>
          </a:r>
          <a:endParaRPr lang="en-US" dirty="0">
            <a:latin typeface="Aptos" panose="020B0004020202020204" pitchFamily="34" charset="0"/>
          </a:endParaRPr>
        </a:p>
      </dgm:t>
    </dgm:pt>
    <dgm:pt modelId="{BF8642FD-B7A3-4690-80C0-B96BEF45A713}" type="parTrans" cxnId="{C2304E34-A6B1-4A65-8080-D81138838B4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A35E63A-FF00-46FC-B35D-3E762078CB98}" type="sibTrans" cxnId="{C2304E34-A6B1-4A65-8080-D81138838B4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26A50A0-7D76-4BA2-A508-EFF1A693C445}">
      <dgm:prSet custT="1"/>
      <dgm:spPr/>
      <dgm:t>
        <a:bodyPr/>
        <a:lstStyle/>
        <a:p>
          <a:r>
            <a:rPr lang="en-US" sz="2400" b="1" dirty="0" err="1">
              <a:latin typeface="Aptos" panose="020B0004020202020204" pitchFamily="34" charset="0"/>
            </a:rPr>
            <a:t>Analyse</a:t>
          </a:r>
          <a:r>
            <a:rPr lang="en-US" sz="2400" b="1" dirty="0">
              <a:latin typeface="Aptos" panose="020B0004020202020204" pitchFamily="34" charset="0"/>
            </a:rPr>
            <a:t> de </a:t>
          </a:r>
          <a:r>
            <a:rPr lang="en-US" sz="2400" b="1" dirty="0" err="1">
              <a:latin typeface="Aptos" panose="020B0004020202020204" pitchFamily="34" charset="0"/>
            </a:rPr>
            <a:t>flambement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linéaire</a:t>
          </a:r>
          <a:r>
            <a:rPr lang="en-US" sz="2400" b="1" dirty="0">
              <a:latin typeface="Aptos" panose="020B0004020202020204" pitchFamily="34" charset="0"/>
            </a:rPr>
            <a:t> (SOL 105)</a:t>
          </a:r>
          <a:endParaRPr lang="en-US" sz="2400" dirty="0">
            <a:latin typeface="Aptos" panose="020B0004020202020204" pitchFamily="34" charset="0"/>
          </a:endParaRPr>
        </a:p>
      </dgm:t>
    </dgm:pt>
    <dgm:pt modelId="{6F7F2642-BFEE-422D-ABC1-6B8E2314EEC6}" type="parTrans" cxnId="{BBC4D6DA-74F5-493D-A8D5-A0EAD58383D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3C6AC8B-8E5E-4BB4-9D81-21DB5EE76641}" type="sibTrans" cxnId="{BBC4D6DA-74F5-493D-A8D5-A0EAD58383D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B2113346-F5AC-4FA8-A8CE-DC1F133C2646}">
      <dgm:prSet/>
      <dgm:spPr/>
      <dgm:t>
        <a:bodyPr/>
        <a:lstStyle/>
        <a:p>
          <a:r>
            <a:rPr lang="en-US">
              <a:latin typeface="Aptos" panose="020B0004020202020204" pitchFamily="34" charset="0"/>
            </a:rPr>
            <a:t>Résolution d’un problème aux valeurs propres</a:t>
          </a:r>
        </a:p>
      </dgm:t>
    </dgm:pt>
    <dgm:pt modelId="{05B9E04D-0154-4CBF-B539-F71543B9BE1A}" type="parTrans" cxnId="{6385BAE2-9EE6-462D-9932-72839D83B26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23B0473-4B0E-4755-9BDF-756E46A9D6C7}" type="sibTrans" cxnId="{6385BAE2-9EE6-462D-9932-72839D83B26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4E7850E-5804-4635-B2F3-503A923CACBD}">
      <dgm:prSet/>
      <dgm:spPr/>
      <dgm:t>
        <a:bodyPr/>
        <a:lstStyle/>
        <a:p>
          <a:r>
            <a:rPr lang="en-US">
              <a:latin typeface="Aptos" panose="020B0004020202020204" pitchFamily="34" charset="0"/>
            </a:rPr>
            <a:t>Détermination des facteurs critiques de flambement et des modes associés</a:t>
          </a:r>
        </a:p>
      </dgm:t>
    </dgm:pt>
    <dgm:pt modelId="{FF997783-CCC2-4074-949F-F3FC45B0C30B}" type="parTrans" cxnId="{BAE9E1B7-7B1B-47CA-ABE3-8E5534C18FB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F391C34-E995-431A-A12A-FA604E7BA630}" type="sibTrans" cxnId="{BAE9E1B7-7B1B-47CA-ABE3-8E5534C18FB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4110660-813D-46F6-91CB-4D824138C8AF}">
      <dgm:prSet custT="1"/>
      <dgm:spPr/>
      <dgm:t>
        <a:bodyPr/>
        <a:lstStyle/>
        <a:p>
          <a:r>
            <a:rPr lang="en-US" sz="2400" b="1" dirty="0">
              <a:latin typeface="Aptos" panose="020B0004020202020204" pitchFamily="34" charset="0"/>
            </a:rPr>
            <a:t>Relation </a:t>
          </a:r>
          <a:r>
            <a:rPr lang="en-US" sz="2400" b="1" dirty="0" err="1">
              <a:latin typeface="Aptos" panose="020B0004020202020204" pitchFamily="34" charset="0"/>
            </a:rPr>
            <a:t>fondamentale</a:t>
          </a:r>
          <a:endParaRPr lang="en-US" sz="2400" dirty="0">
            <a:latin typeface="Aptos" panose="020B0004020202020204" pitchFamily="34" charset="0"/>
          </a:endParaRPr>
        </a:p>
      </dgm:t>
    </dgm:pt>
    <dgm:pt modelId="{F98DB7CC-7382-4D87-89F5-279D946932C8}" type="parTrans" cxnId="{3FD9CA88-7829-4477-9935-B92C2526F6E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0DAAAF4-93A1-4140-BDD8-577C2B777CDB}" type="sibTrans" cxnId="{3FD9CA88-7829-4477-9935-B92C2526F6E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03CE9E45-7B97-4843-8547-FE591812CE4F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EG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EG" b="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ar-EG" b="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ar-EG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EG" i="1">
                            <a:latin typeface="Cambria Math" panose="02040503050406030204" pitchFamily="18" charset="0"/>
                          </a:rPr>
                          <m:t>𝜆</m:t>
                        </m:r>
                        <m:sSub>
                          <m:sSubPr>
                            <m:ctrlPr>
                              <a:rPr lang="ar-E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EG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ar-EG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e>
                    </m:d>
                    <m:r>
                      <a:rPr lang="ar-EG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ar-EG">
                        <a:latin typeface="Cambria Math" panose="02040503050406030204" pitchFamily="18" charset="0"/>
                      </a:rPr>
                      <m:t>=</m:t>
                    </m:r>
                    <m:r>
                      <a:rPr lang="ar-EG">
                        <a:latin typeface="Cambria Math" panose="02040503050406030204" pitchFamily="18" charset="0"/>
                      </a:rPr>
                      <m:t>0</m:t>
                    </m:r>
                  </m:oMath>
                </m:oMathPara>
              </a14:m>
              <a:endParaRPr lang="en-US" dirty="0">
                <a:latin typeface="Aptos" panose="020B0004020202020204" pitchFamily="34" charset="0"/>
              </a:endParaRPr>
            </a:p>
          </dgm:t>
        </dgm:pt>
      </mc:Choice>
      <mc:Fallback xmlns="">
        <dgm:pt modelId="{03CE9E45-7B97-4843-8547-FE591812CE4F}">
          <dgm:prSet/>
          <dgm:spPr/>
          <dgm:t>
            <a:bodyPr/>
            <a:lstStyle/>
            <a:p>
              <a:r>
                <a:rPr lang="ar-EG" i="0"/>
                <a:t>(</a:t>
              </a:r>
              <a:r>
                <a:rPr lang="ar-EG" b="0" i="0">
                  <a:latin typeface="Cambria Math" panose="02040503050406030204" pitchFamily="18" charset="0"/>
                </a:rPr>
                <a:t>𝐾_0</a:t>
              </a:r>
              <a:r>
                <a:rPr lang="ar-EG" i="0"/>
                <a:t>+𝜆𝐾_𝜎 )𝜙=0</a:t>
              </a:r>
              <a:endParaRPr lang="en-US" dirty="0">
                <a:latin typeface="Aptos" panose="020B0004020202020204" pitchFamily="34" charset="0"/>
              </a:endParaRPr>
            </a:p>
          </dgm:t>
        </dgm:pt>
      </mc:Fallback>
    </mc:AlternateContent>
    <dgm:pt modelId="{A4DF1820-827E-4EEE-B280-05674E436EB5}" type="parTrans" cxnId="{FA111EAE-94FF-4D51-91B5-DE73DC2FF83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8DF95C9-B343-46FA-804E-98A11A94F8AB}" type="sibTrans" cxnId="{FA111EAE-94FF-4D51-91B5-DE73DC2FF83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151F62D-68CD-4B01-9696-116A50ED6A89}" type="pres">
      <dgm:prSet presAssocID="{F160A5C3-489A-4CB8-9516-F634873E6893}" presName="Name0" presStyleCnt="0">
        <dgm:presLayoutVars>
          <dgm:dir/>
          <dgm:animLvl val="lvl"/>
          <dgm:resizeHandles val="exact"/>
        </dgm:presLayoutVars>
      </dgm:prSet>
      <dgm:spPr/>
    </dgm:pt>
    <dgm:pt modelId="{00F63C29-BD90-43AE-B2B0-DA7ED7F27139}" type="pres">
      <dgm:prSet presAssocID="{299CD57E-A7C2-4CAB-9C22-115BBCE85E43}" presName="linNode" presStyleCnt="0"/>
      <dgm:spPr/>
    </dgm:pt>
    <dgm:pt modelId="{767D2400-54A1-46CD-B0D7-D8E219F5BAB1}" type="pres">
      <dgm:prSet presAssocID="{299CD57E-A7C2-4CAB-9C22-115BBCE85E43}" presName="parentText" presStyleLbl="node1" presStyleIdx="0" presStyleCnt="4" custScaleX="98485" custScaleY="77829">
        <dgm:presLayoutVars>
          <dgm:chMax val="1"/>
          <dgm:bulletEnabled val="1"/>
        </dgm:presLayoutVars>
      </dgm:prSet>
      <dgm:spPr/>
    </dgm:pt>
    <dgm:pt modelId="{6DF5248F-CBD1-4B44-8842-73D455D95F3E}" type="pres">
      <dgm:prSet presAssocID="{299CD57E-A7C2-4CAB-9C22-115BBCE85E43}" presName="descendantText" presStyleLbl="alignAccFollowNode1" presStyleIdx="0" presStyleCnt="4">
        <dgm:presLayoutVars>
          <dgm:bulletEnabled val="1"/>
        </dgm:presLayoutVars>
      </dgm:prSet>
      <dgm:spPr/>
    </dgm:pt>
    <dgm:pt modelId="{E5243731-03E0-42ED-9B98-EE601DFFF31D}" type="pres">
      <dgm:prSet presAssocID="{6FAE01CE-0C80-479C-84AD-B99B96953A59}" presName="sp" presStyleCnt="0"/>
      <dgm:spPr/>
    </dgm:pt>
    <dgm:pt modelId="{C1F87F71-7A70-4DE8-864C-2F1C34F3A1D0}" type="pres">
      <dgm:prSet presAssocID="{34B094D1-CE49-4F5C-9013-94D935D0AE8A}" presName="linNode" presStyleCnt="0"/>
      <dgm:spPr/>
    </dgm:pt>
    <dgm:pt modelId="{6A1C71D3-FF51-4B4A-B6E2-1890C02B2A55}" type="pres">
      <dgm:prSet presAssocID="{34B094D1-CE49-4F5C-9013-94D935D0AE8A}" presName="parentText" presStyleLbl="node1" presStyleIdx="1" presStyleCnt="4" custScaleX="98485" custScaleY="77829">
        <dgm:presLayoutVars>
          <dgm:chMax val="1"/>
          <dgm:bulletEnabled val="1"/>
        </dgm:presLayoutVars>
      </dgm:prSet>
      <dgm:spPr/>
    </dgm:pt>
    <dgm:pt modelId="{7B34AA8E-D23D-4AAD-8922-E948C83E0FAD}" type="pres">
      <dgm:prSet presAssocID="{34B094D1-CE49-4F5C-9013-94D935D0AE8A}" presName="descendantText" presStyleLbl="alignAccFollowNode1" presStyleIdx="1" presStyleCnt="4">
        <dgm:presLayoutVars>
          <dgm:bulletEnabled val="1"/>
        </dgm:presLayoutVars>
      </dgm:prSet>
      <dgm:spPr/>
    </dgm:pt>
    <dgm:pt modelId="{A2455135-D650-48A5-9A53-A469E82B6B8F}" type="pres">
      <dgm:prSet presAssocID="{377148B2-44FA-4B02-8787-3EFB51D1C31C}" presName="sp" presStyleCnt="0"/>
      <dgm:spPr/>
    </dgm:pt>
    <dgm:pt modelId="{B2AF712C-8C9F-498F-8D27-B893ECDDD39D}" type="pres">
      <dgm:prSet presAssocID="{626A50A0-7D76-4BA2-A508-EFF1A693C445}" presName="linNode" presStyleCnt="0"/>
      <dgm:spPr/>
    </dgm:pt>
    <dgm:pt modelId="{1F273FFE-9560-4B36-B34F-373CC6016114}" type="pres">
      <dgm:prSet presAssocID="{626A50A0-7D76-4BA2-A508-EFF1A693C445}" presName="parentText" presStyleLbl="node1" presStyleIdx="2" presStyleCnt="4" custScaleX="98485" custScaleY="77829">
        <dgm:presLayoutVars>
          <dgm:chMax val="1"/>
          <dgm:bulletEnabled val="1"/>
        </dgm:presLayoutVars>
      </dgm:prSet>
      <dgm:spPr/>
    </dgm:pt>
    <dgm:pt modelId="{F760BE41-0C78-4204-9793-466F164DA20B}" type="pres">
      <dgm:prSet presAssocID="{626A50A0-7D76-4BA2-A508-EFF1A693C445}" presName="descendantText" presStyleLbl="alignAccFollowNode1" presStyleIdx="2" presStyleCnt="4">
        <dgm:presLayoutVars>
          <dgm:bulletEnabled val="1"/>
        </dgm:presLayoutVars>
      </dgm:prSet>
      <dgm:spPr/>
    </dgm:pt>
    <dgm:pt modelId="{791B81AE-1AC0-4CA9-96A7-D616B519AD33}" type="pres">
      <dgm:prSet presAssocID="{33C6AC8B-8E5E-4BB4-9D81-21DB5EE76641}" presName="sp" presStyleCnt="0"/>
      <dgm:spPr/>
    </dgm:pt>
    <dgm:pt modelId="{F470ED17-8902-4B0B-BDDE-DCB405143DF8}" type="pres">
      <dgm:prSet presAssocID="{D4110660-813D-46F6-91CB-4D824138C8AF}" presName="linNode" presStyleCnt="0"/>
      <dgm:spPr/>
    </dgm:pt>
    <dgm:pt modelId="{ECB66E85-F4B3-4AC3-AA70-303275372C56}" type="pres">
      <dgm:prSet presAssocID="{D4110660-813D-46F6-91CB-4D824138C8AF}" presName="parentText" presStyleLbl="node1" presStyleIdx="3" presStyleCnt="4" custScaleX="98485" custScaleY="77829">
        <dgm:presLayoutVars>
          <dgm:chMax val="1"/>
          <dgm:bulletEnabled val="1"/>
        </dgm:presLayoutVars>
      </dgm:prSet>
      <dgm:spPr/>
    </dgm:pt>
    <dgm:pt modelId="{C2C55CCB-6BB8-432C-AB1D-859D9C7E0456}" type="pres">
      <dgm:prSet presAssocID="{D4110660-813D-46F6-91CB-4D824138C8AF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154E704-306C-4ABD-A13C-8F3AAAC1D8C8}" type="presOf" srcId="{B2113346-F5AC-4FA8-A8CE-DC1F133C2646}" destId="{F760BE41-0C78-4204-9793-466F164DA20B}" srcOrd="0" destOrd="0" presId="urn:microsoft.com/office/officeart/2005/8/layout/vList5"/>
    <dgm:cxn modelId="{292E8E05-9FAC-4610-B5BC-418F879B3635}" srcId="{F160A5C3-489A-4CB8-9516-F634873E6893}" destId="{34B094D1-CE49-4F5C-9013-94D935D0AE8A}" srcOrd="1" destOrd="0" parTransId="{00091E08-3DEB-4EB0-B0FB-99B6EC14E8F7}" sibTransId="{377148B2-44FA-4B02-8787-3EFB51D1C31C}"/>
    <dgm:cxn modelId="{7230550A-F38C-43DA-A0B9-B6CFFBB566BB}" type="presOf" srcId="{C30349AB-9BA9-4F1A-98F4-5474D8D8DEC9}" destId="{7B34AA8E-D23D-4AAD-8922-E948C83E0FAD}" srcOrd="0" destOrd="0" presId="urn:microsoft.com/office/officeart/2005/8/layout/vList5"/>
    <dgm:cxn modelId="{C2304E34-A6B1-4A65-8080-D81138838B45}" srcId="{34B094D1-CE49-4F5C-9013-94D935D0AE8A}" destId="{C30349AB-9BA9-4F1A-98F4-5474D8D8DEC9}" srcOrd="0" destOrd="0" parTransId="{BF8642FD-B7A3-4690-80C0-B96BEF45A713}" sibTransId="{9A35E63A-FF00-46FC-B35D-3E762078CB98}"/>
    <dgm:cxn modelId="{0E6EC93D-E732-4A03-A9B6-5165EA8AC737}" srcId="{F160A5C3-489A-4CB8-9516-F634873E6893}" destId="{299CD57E-A7C2-4CAB-9C22-115BBCE85E43}" srcOrd="0" destOrd="0" parTransId="{8DA16AC6-165E-4E7E-B49C-653A702CEC94}" sibTransId="{6FAE01CE-0C80-479C-84AD-B99B96953A59}"/>
    <dgm:cxn modelId="{4385B45B-4AED-4D94-96F1-97C68E21EB07}" srcId="{299CD57E-A7C2-4CAB-9C22-115BBCE85E43}" destId="{AA992E1E-3F36-44FF-ABCF-3CF2E2DE39B6}" srcOrd="0" destOrd="0" parTransId="{71B72A62-8B27-4AD8-B19B-BB5F69A59BF7}" sibTransId="{57195DA4-ACBA-4C0E-822D-A51C0C0AD21B}"/>
    <dgm:cxn modelId="{60A9DD42-7E08-4D8C-9317-9D26AE0A24CA}" type="presOf" srcId="{34B094D1-CE49-4F5C-9013-94D935D0AE8A}" destId="{6A1C71D3-FF51-4B4A-B6E2-1890C02B2A55}" srcOrd="0" destOrd="0" presId="urn:microsoft.com/office/officeart/2005/8/layout/vList5"/>
    <dgm:cxn modelId="{8FC1E568-A433-440C-8F80-5F0CA9BC4E1D}" type="presOf" srcId="{D4110660-813D-46F6-91CB-4D824138C8AF}" destId="{ECB66E85-F4B3-4AC3-AA70-303275372C56}" srcOrd="0" destOrd="0" presId="urn:microsoft.com/office/officeart/2005/8/layout/vList5"/>
    <dgm:cxn modelId="{9105595A-B3D9-4A61-97CA-0049F8EF8751}" type="presOf" srcId="{626A50A0-7D76-4BA2-A508-EFF1A693C445}" destId="{1F273FFE-9560-4B36-B34F-373CC6016114}" srcOrd="0" destOrd="0" presId="urn:microsoft.com/office/officeart/2005/8/layout/vList5"/>
    <dgm:cxn modelId="{DA8CC27B-657E-44CB-A7B9-690E46EDC520}" type="presOf" srcId="{AA992E1E-3F36-44FF-ABCF-3CF2E2DE39B6}" destId="{6DF5248F-CBD1-4B44-8842-73D455D95F3E}" srcOrd="0" destOrd="0" presId="urn:microsoft.com/office/officeart/2005/8/layout/vList5"/>
    <dgm:cxn modelId="{3FD9CA88-7829-4477-9935-B92C2526F6E3}" srcId="{F160A5C3-489A-4CB8-9516-F634873E6893}" destId="{D4110660-813D-46F6-91CB-4D824138C8AF}" srcOrd="3" destOrd="0" parTransId="{F98DB7CC-7382-4D87-89F5-279D946932C8}" sibTransId="{30DAAAF4-93A1-4140-BDD8-577C2B777CDB}"/>
    <dgm:cxn modelId="{FA111EAE-94FF-4D51-91B5-DE73DC2FF834}" srcId="{D4110660-813D-46F6-91CB-4D824138C8AF}" destId="{03CE9E45-7B97-4843-8547-FE591812CE4F}" srcOrd="0" destOrd="0" parTransId="{A4DF1820-827E-4EEE-B280-05674E436EB5}" sibTransId="{28DF95C9-B343-46FA-804E-98A11A94F8AB}"/>
    <dgm:cxn modelId="{BAE9E1B7-7B1B-47CA-ABE3-8E5534C18FB5}" srcId="{626A50A0-7D76-4BA2-A508-EFF1A693C445}" destId="{C4E7850E-5804-4635-B2F3-503A923CACBD}" srcOrd="1" destOrd="0" parTransId="{FF997783-CCC2-4074-949F-F3FC45B0C30B}" sibTransId="{2F391C34-E995-431A-A12A-FA604E7BA630}"/>
    <dgm:cxn modelId="{3D900EBB-9FEF-41FB-A27F-B94C8A6CFE33}" type="presOf" srcId="{C4E7850E-5804-4635-B2F3-503A923CACBD}" destId="{F760BE41-0C78-4204-9793-466F164DA20B}" srcOrd="0" destOrd="1" presId="urn:microsoft.com/office/officeart/2005/8/layout/vList5"/>
    <dgm:cxn modelId="{BBC4D6DA-74F5-493D-A8D5-A0EAD58383D3}" srcId="{F160A5C3-489A-4CB8-9516-F634873E6893}" destId="{626A50A0-7D76-4BA2-A508-EFF1A693C445}" srcOrd="2" destOrd="0" parTransId="{6F7F2642-BFEE-422D-ABC1-6B8E2314EEC6}" sibTransId="{33C6AC8B-8E5E-4BB4-9D81-21DB5EE76641}"/>
    <dgm:cxn modelId="{6385BAE2-9EE6-462D-9932-72839D83B266}" srcId="{626A50A0-7D76-4BA2-A508-EFF1A693C445}" destId="{B2113346-F5AC-4FA8-A8CE-DC1F133C2646}" srcOrd="0" destOrd="0" parTransId="{05B9E04D-0154-4CBF-B539-F71543B9BE1A}" sibTransId="{D23B0473-4B0E-4755-9BDF-756E46A9D6C7}"/>
    <dgm:cxn modelId="{7E1065FA-AC20-454E-B1D5-5ECEF068FB59}" type="presOf" srcId="{299CD57E-A7C2-4CAB-9C22-115BBCE85E43}" destId="{767D2400-54A1-46CD-B0D7-D8E219F5BAB1}" srcOrd="0" destOrd="0" presId="urn:microsoft.com/office/officeart/2005/8/layout/vList5"/>
    <dgm:cxn modelId="{5F0FF8FB-90BF-4F9B-9893-25EBD445D8D6}" type="presOf" srcId="{03CE9E45-7B97-4843-8547-FE591812CE4F}" destId="{C2C55CCB-6BB8-432C-AB1D-859D9C7E0456}" srcOrd="0" destOrd="0" presId="urn:microsoft.com/office/officeart/2005/8/layout/vList5"/>
    <dgm:cxn modelId="{25464CFF-5483-4E02-8E60-B9010C191376}" type="presOf" srcId="{F160A5C3-489A-4CB8-9516-F634873E6893}" destId="{9151F62D-68CD-4B01-9696-116A50ED6A89}" srcOrd="0" destOrd="0" presId="urn:microsoft.com/office/officeart/2005/8/layout/vList5"/>
    <dgm:cxn modelId="{20CE572E-110A-4941-9133-C0415EF98A7F}" type="presParOf" srcId="{9151F62D-68CD-4B01-9696-116A50ED6A89}" destId="{00F63C29-BD90-43AE-B2B0-DA7ED7F27139}" srcOrd="0" destOrd="0" presId="urn:microsoft.com/office/officeart/2005/8/layout/vList5"/>
    <dgm:cxn modelId="{EA825BC9-C3A2-43E3-BA85-7E84F78DC306}" type="presParOf" srcId="{00F63C29-BD90-43AE-B2B0-DA7ED7F27139}" destId="{767D2400-54A1-46CD-B0D7-D8E219F5BAB1}" srcOrd="0" destOrd="0" presId="urn:microsoft.com/office/officeart/2005/8/layout/vList5"/>
    <dgm:cxn modelId="{CD97A02C-3606-41EC-A5A7-4CCEA2B75E4D}" type="presParOf" srcId="{00F63C29-BD90-43AE-B2B0-DA7ED7F27139}" destId="{6DF5248F-CBD1-4B44-8842-73D455D95F3E}" srcOrd="1" destOrd="0" presId="urn:microsoft.com/office/officeart/2005/8/layout/vList5"/>
    <dgm:cxn modelId="{1665A368-94F0-40C3-9EF2-222A101B30C6}" type="presParOf" srcId="{9151F62D-68CD-4B01-9696-116A50ED6A89}" destId="{E5243731-03E0-42ED-9B98-EE601DFFF31D}" srcOrd="1" destOrd="0" presId="urn:microsoft.com/office/officeart/2005/8/layout/vList5"/>
    <dgm:cxn modelId="{340F3F68-F9BF-4AC6-A9A5-B80ED9B1D552}" type="presParOf" srcId="{9151F62D-68CD-4B01-9696-116A50ED6A89}" destId="{C1F87F71-7A70-4DE8-864C-2F1C34F3A1D0}" srcOrd="2" destOrd="0" presId="urn:microsoft.com/office/officeart/2005/8/layout/vList5"/>
    <dgm:cxn modelId="{1018DAA5-8207-48AE-95B7-F0A421DF1639}" type="presParOf" srcId="{C1F87F71-7A70-4DE8-864C-2F1C34F3A1D0}" destId="{6A1C71D3-FF51-4B4A-B6E2-1890C02B2A55}" srcOrd="0" destOrd="0" presId="urn:microsoft.com/office/officeart/2005/8/layout/vList5"/>
    <dgm:cxn modelId="{32640DE3-7B97-458B-8DB3-528B9702B280}" type="presParOf" srcId="{C1F87F71-7A70-4DE8-864C-2F1C34F3A1D0}" destId="{7B34AA8E-D23D-4AAD-8922-E948C83E0FAD}" srcOrd="1" destOrd="0" presId="urn:microsoft.com/office/officeart/2005/8/layout/vList5"/>
    <dgm:cxn modelId="{C5188DE7-0FFB-4338-8DAB-30751D27E6DE}" type="presParOf" srcId="{9151F62D-68CD-4B01-9696-116A50ED6A89}" destId="{A2455135-D650-48A5-9A53-A469E82B6B8F}" srcOrd="3" destOrd="0" presId="urn:microsoft.com/office/officeart/2005/8/layout/vList5"/>
    <dgm:cxn modelId="{B525D1C6-2D78-4A2E-826D-C22DB8E0FC70}" type="presParOf" srcId="{9151F62D-68CD-4B01-9696-116A50ED6A89}" destId="{B2AF712C-8C9F-498F-8D27-B893ECDDD39D}" srcOrd="4" destOrd="0" presId="urn:microsoft.com/office/officeart/2005/8/layout/vList5"/>
    <dgm:cxn modelId="{065436BC-E238-40AA-90AE-86C2D30F112F}" type="presParOf" srcId="{B2AF712C-8C9F-498F-8D27-B893ECDDD39D}" destId="{1F273FFE-9560-4B36-B34F-373CC6016114}" srcOrd="0" destOrd="0" presId="urn:microsoft.com/office/officeart/2005/8/layout/vList5"/>
    <dgm:cxn modelId="{2F30FD89-C7EA-4A83-9520-6DF4E0D76EF2}" type="presParOf" srcId="{B2AF712C-8C9F-498F-8D27-B893ECDDD39D}" destId="{F760BE41-0C78-4204-9793-466F164DA20B}" srcOrd="1" destOrd="0" presId="urn:microsoft.com/office/officeart/2005/8/layout/vList5"/>
    <dgm:cxn modelId="{F5E6FF1A-3D74-4F06-B8E1-54B92792E0E7}" type="presParOf" srcId="{9151F62D-68CD-4B01-9696-116A50ED6A89}" destId="{791B81AE-1AC0-4CA9-96A7-D616B519AD33}" srcOrd="5" destOrd="0" presId="urn:microsoft.com/office/officeart/2005/8/layout/vList5"/>
    <dgm:cxn modelId="{9159BF5D-D458-4FDF-AD1E-7BEB0D9F9EEF}" type="presParOf" srcId="{9151F62D-68CD-4B01-9696-116A50ED6A89}" destId="{F470ED17-8902-4B0B-BDDE-DCB405143DF8}" srcOrd="6" destOrd="0" presId="urn:microsoft.com/office/officeart/2005/8/layout/vList5"/>
    <dgm:cxn modelId="{491F6C23-03A3-4AEA-9202-503C1FFB7285}" type="presParOf" srcId="{F470ED17-8902-4B0B-BDDE-DCB405143DF8}" destId="{ECB66E85-F4B3-4AC3-AA70-303275372C56}" srcOrd="0" destOrd="0" presId="urn:microsoft.com/office/officeart/2005/8/layout/vList5"/>
    <dgm:cxn modelId="{F56530C2-46E3-4172-96FE-24541815FC58}" type="presParOf" srcId="{F470ED17-8902-4B0B-BDDE-DCB405143DF8}" destId="{C2C55CCB-6BB8-432C-AB1D-859D9C7E045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160A5C3-489A-4CB8-9516-F634873E6893}" type="doc">
      <dgm:prSet loTypeId="urn:microsoft.com/office/officeart/2005/8/layout/vList5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299CD57E-A7C2-4CAB-9C22-115BBCE85E43}">
      <dgm:prSet custT="1"/>
      <dgm:spPr/>
      <dgm:t>
        <a:bodyPr/>
        <a:lstStyle/>
        <a:p>
          <a:r>
            <a:rPr lang="en-US" sz="2400" b="1" dirty="0" err="1">
              <a:latin typeface="Aptos" panose="020B0004020202020204" pitchFamily="34" charset="0"/>
            </a:rPr>
            <a:t>Approche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générale</a:t>
          </a:r>
          <a:endParaRPr lang="en-US" sz="2400" dirty="0">
            <a:latin typeface="Aptos" panose="020B0004020202020204" pitchFamily="34" charset="0"/>
          </a:endParaRPr>
        </a:p>
      </dgm:t>
    </dgm:pt>
    <dgm:pt modelId="{8DA16AC6-165E-4E7E-B49C-653A702CEC94}" type="parTrans" cxnId="{0E6EC93D-E732-4A03-A9B6-5165EA8AC73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FAE01CE-0C80-479C-84AD-B99B96953A59}" type="sibTrans" cxnId="{0E6EC93D-E732-4A03-A9B6-5165EA8AC73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AA992E1E-3F36-44FF-ABCF-3CF2E2DE39B6}">
      <dgm:prSet/>
      <dgm:spPr/>
      <dgm:t>
        <a:bodyPr/>
        <a:lstStyle/>
        <a:p>
          <a:r>
            <a:rPr lang="en-US" dirty="0" err="1">
              <a:latin typeface="Aptos" panose="020B0004020202020204" pitchFamily="34" charset="0"/>
            </a:rPr>
            <a:t>Analyse</a:t>
          </a:r>
          <a:r>
            <a:rPr lang="en-US" dirty="0">
              <a:latin typeface="Aptos" panose="020B0004020202020204" pitchFamily="34" charset="0"/>
            </a:rPr>
            <a:t> de </a:t>
          </a:r>
          <a:r>
            <a:rPr lang="en-US" dirty="0" err="1">
              <a:latin typeface="Aptos" panose="020B0004020202020204" pitchFamily="34" charset="0"/>
            </a:rPr>
            <a:t>flambement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linéaire</a:t>
          </a:r>
          <a:r>
            <a:rPr lang="en-US" dirty="0">
              <a:latin typeface="Aptos" panose="020B0004020202020204" pitchFamily="34" charset="0"/>
            </a:rPr>
            <a:t> </a:t>
          </a:r>
          <a:r>
            <a:rPr lang="en-US" dirty="0" err="1">
              <a:latin typeface="Aptos" panose="020B0004020202020204" pitchFamily="34" charset="0"/>
            </a:rPr>
            <a:t>élastique</a:t>
          </a:r>
          <a:endParaRPr lang="en-US" dirty="0">
            <a:latin typeface="Aptos" panose="020B0004020202020204" pitchFamily="34" charset="0"/>
          </a:endParaRPr>
        </a:p>
      </dgm:t>
    </dgm:pt>
    <dgm:pt modelId="{71B72A62-8B27-4AD8-B19B-BB5F69A59BF7}" type="parTrans" cxnId="{4385B45B-4AED-4D94-96F1-97C68E21EB0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57195DA4-ACBA-4C0E-822D-A51C0C0AD21B}" type="sibTrans" cxnId="{4385B45B-4AED-4D94-96F1-97C68E21EB07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4B094D1-CE49-4F5C-9013-94D935D0AE8A}">
      <dgm:prSet custT="1"/>
      <dgm:spPr/>
      <dgm:t>
        <a:bodyPr/>
        <a:lstStyle/>
        <a:p>
          <a:r>
            <a:rPr lang="en-US" sz="2400" b="1" dirty="0" err="1">
              <a:latin typeface="Aptos" panose="020B0004020202020204" pitchFamily="34" charset="0"/>
            </a:rPr>
            <a:t>Analyse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statique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linéaire</a:t>
          </a:r>
          <a:r>
            <a:rPr lang="en-US" sz="2400" b="1" dirty="0">
              <a:latin typeface="Aptos" panose="020B0004020202020204" pitchFamily="34" charset="0"/>
            </a:rPr>
            <a:t> (SOL </a:t>
          </a:r>
          <a:r>
            <a:rPr lang="en-US" sz="2400" b="1">
              <a:latin typeface="Aptos" panose="020B0004020202020204" pitchFamily="34" charset="0"/>
            </a:rPr>
            <a:t>101)</a:t>
          </a:r>
          <a:endParaRPr lang="en-US" sz="2400" dirty="0">
            <a:latin typeface="Aptos" panose="020B0004020202020204" pitchFamily="34" charset="0"/>
          </a:endParaRPr>
        </a:p>
      </dgm:t>
    </dgm:pt>
    <dgm:pt modelId="{00091E08-3DEB-4EB0-B0FB-99B6EC14E8F7}" type="parTrans" cxnId="{292E8E05-9FAC-4610-B5BC-418F879B363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77148B2-44FA-4B02-8787-3EFB51D1C31C}" type="sibTrans" cxnId="{292E8E05-9FAC-4610-B5BC-418F879B363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30349AB-9BA9-4F1A-98F4-5474D8D8DEC9}">
      <dgm:prSet/>
      <dgm:spPr/>
      <dgm:t>
        <a:bodyPr/>
        <a:lstStyle/>
        <a:p>
          <a:r>
            <a:rPr lang="en-US" dirty="0">
              <a:latin typeface="Aptos" panose="020B0004020202020204" pitchFamily="34" charset="0"/>
            </a:rPr>
            <a:t>Champs de </a:t>
          </a:r>
          <a:r>
            <a:rPr lang="en-US" dirty="0" err="1">
              <a:latin typeface="Aptos" panose="020B0004020202020204" pitchFamily="34" charset="0"/>
            </a:rPr>
            <a:t>déplacements</a:t>
          </a:r>
          <a:r>
            <a:rPr lang="en-US" dirty="0">
              <a:latin typeface="Aptos" panose="020B0004020202020204" pitchFamily="34" charset="0"/>
            </a:rPr>
            <a:t> et de </a:t>
          </a:r>
          <a:r>
            <a:rPr lang="en-US" dirty="0" err="1">
              <a:latin typeface="Aptos" panose="020B0004020202020204" pitchFamily="34" charset="0"/>
            </a:rPr>
            <a:t>contraintes</a:t>
          </a:r>
          <a:endParaRPr lang="en-US" dirty="0">
            <a:latin typeface="Aptos" panose="020B0004020202020204" pitchFamily="34" charset="0"/>
          </a:endParaRPr>
        </a:p>
      </dgm:t>
    </dgm:pt>
    <dgm:pt modelId="{BF8642FD-B7A3-4690-80C0-B96BEF45A713}" type="parTrans" cxnId="{C2304E34-A6B1-4A65-8080-D81138838B4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A35E63A-FF00-46FC-B35D-3E762078CB98}" type="sibTrans" cxnId="{C2304E34-A6B1-4A65-8080-D81138838B4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626A50A0-7D76-4BA2-A508-EFF1A693C445}">
      <dgm:prSet custT="1"/>
      <dgm:spPr/>
      <dgm:t>
        <a:bodyPr/>
        <a:lstStyle/>
        <a:p>
          <a:r>
            <a:rPr lang="en-US" sz="2400" b="1" dirty="0" err="1">
              <a:latin typeface="Aptos" panose="020B0004020202020204" pitchFamily="34" charset="0"/>
            </a:rPr>
            <a:t>Analyse</a:t>
          </a:r>
          <a:r>
            <a:rPr lang="en-US" sz="2400" b="1" dirty="0">
              <a:latin typeface="Aptos" panose="020B0004020202020204" pitchFamily="34" charset="0"/>
            </a:rPr>
            <a:t> de </a:t>
          </a:r>
          <a:r>
            <a:rPr lang="en-US" sz="2400" b="1" dirty="0" err="1">
              <a:latin typeface="Aptos" panose="020B0004020202020204" pitchFamily="34" charset="0"/>
            </a:rPr>
            <a:t>flambement</a:t>
          </a:r>
          <a:r>
            <a:rPr lang="en-US" sz="2400" b="1" dirty="0">
              <a:latin typeface="Aptos" panose="020B0004020202020204" pitchFamily="34" charset="0"/>
            </a:rPr>
            <a:t> </a:t>
          </a:r>
          <a:r>
            <a:rPr lang="en-US" sz="2400" b="1" dirty="0" err="1">
              <a:latin typeface="Aptos" panose="020B0004020202020204" pitchFamily="34" charset="0"/>
            </a:rPr>
            <a:t>linéaire</a:t>
          </a:r>
          <a:r>
            <a:rPr lang="en-US" sz="2400" b="1" dirty="0">
              <a:latin typeface="Aptos" panose="020B0004020202020204" pitchFamily="34" charset="0"/>
            </a:rPr>
            <a:t> (SOL 105)</a:t>
          </a:r>
          <a:endParaRPr lang="en-US" sz="2400" dirty="0">
            <a:latin typeface="Aptos" panose="020B0004020202020204" pitchFamily="34" charset="0"/>
          </a:endParaRPr>
        </a:p>
      </dgm:t>
    </dgm:pt>
    <dgm:pt modelId="{6F7F2642-BFEE-422D-ABC1-6B8E2314EEC6}" type="parTrans" cxnId="{BBC4D6DA-74F5-493D-A8D5-A0EAD58383D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3C6AC8B-8E5E-4BB4-9D81-21DB5EE76641}" type="sibTrans" cxnId="{BBC4D6DA-74F5-493D-A8D5-A0EAD58383D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B2113346-F5AC-4FA8-A8CE-DC1F133C2646}">
      <dgm:prSet/>
      <dgm:spPr/>
      <dgm:t>
        <a:bodyPr/>
        <a:lstStyle/>
        <a:p>
          <a:r>
            <a:rPr lang="en-US">
              <a:latin typeface="Aptos" panose="020B0004020202020204" pitchFamily="34" charset="0"/>
            </a:rPr>
            <a:t>Résolution d’un problème aux valeurs propres</a:t>
          </a:r>
        </a:p>
      </dgm:t>
    </dgm:pt>
    <dgm:pt modelId="{05B9E04D-0154-4CBF-B539-F71543B9BE1A}" type="parTrans" cxnId="{6385BAE2-9EE6-462D-9932-72839D83B26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23B0473-4B0E-4755-9BDF-756E46A9D6C7}" type="sibTrans" cxnId="{6385BAE2-9EE6-462D-9932-72839D83B26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4E7850E-5804-4635-B2F3-503A923CACBD}">
      <dgm:prSet/>
      <dgm:spPr/>
      <dgm:t>
        <a:bodyPr/>
        <a:lstStyle/>
        <a:p>
          <a:r>
            <a:rPr lang="en-US">
              <a:latin typeface="Aptos" panose="020B0004020202020204" pitchFamily="34" charset="0"/>
            </a:rPr>
            <a:t>Détermination des facteurs critiques de flambement et des modes associés</a:t>
          </a:r>
        </a:p>
      </dgm:t>
    </dgm:pt>
    <dgm:pt modelId="{FF997783-CCC2-4074-949F-F3FC45B0C30B}" type="parTrans" cxnId="{BAE9E1B7-7B1B-47CA-ABE3-8E5534C18FB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F391C34-E995-431A-A12A-FA604E7BA630}" type="sibTrans" cxnId="{BAE9E1B7-7B1B-47CA-ABE3-8E5534C18FB5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D4110660-813D-46F6-91CB-4D824138C8AF}">
      <dgm:prSet custT="1"/>
      <dgm:spPr/>
      <dgm:t>
        <a:bodyPr/>
        <a:lstStyle/>
        <a:p>
          <a:r>
            <a:rPr lang="en-US" sz="2400" b="1" dirty="0">
              <a:latin typeface="Aptos" panose="020B0004020202020204" pitchFamily="34" charset="0"/>
            </a:rPr>
            <a:t>Relation </a:t>
          </a:r>
          <a:r>
            <a:rPr lang="en-US" sz="2400" b="1" dirty="0" err="1">
              <a:latin typeface="Aptos" panose="020B0004020202020204" pitchFamily="34" charset="0"/>
            </a:rPr>
            <a:t>fondamentale</a:t>
          </a:r>
          <a:endParaRPr lang="en-US" sz="2400" dirty="0">
            <a:latin typeface="Aptos" panose="020B0004020202020204" pitchFamily="34" charset="0"/>
          </a:endParaRPr>
        </a:p>
      </dgm:t>
    </dgm:pt>
    <dgm:pt modelId="{F98DB7CC-7382-4D87-89F5-279D946932C8}" type="parTrans" cxnId="{3FD9CA88-7829-4477-9935-B92C2526F6E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30DAAAF4-93A1-4140-BDD8-577C2B777CDB}" type="sibTrans" cxnId="{3FD9CA88-7829-4477-9935-B92C2526F6E3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03CE9E45-7B97-4843-8547-FE591812CE4F}">
      <dgm:prSet/>
      <dgm:spPr>
        <a:blipFill>
          <a:blip xmlns:r="http://schemas.openxmlformats.org/officeDocument/2006/relationships" r:embed="rId1"/>
          <a:stretch>
            <a:fillRect l="-113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4DF1820-827E-4EEE-B280-05674E436EB5}" type="parTrans" cxnId="{FA111EAE-94FF-4D51-91B5-DE73DC2FF83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28DF95C9-B343-46FA-804E-98A11A94F8AB}" type="sibTrans" cxnId="{FA111EAE-94FF-4D51-91B5-DE73DC2FF834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9151F62D-68CD-4B01-9696-116A50ED6A89}" type="pres">
      <dgm:prSet presAssocID="{F160A5C3-489A-4CB8-9516-F634873E6893}" presName="Name0" presStyleCnt="0">
        <dgm:presLayoutVars>
          <dgm:dir/>
          <dgm:animLvl val="lvl"/>
          <dgm:resizeHandles val="exact"/>
        </dgm:presLayoutVars>
      </dgm:prSet>
      <dgm:spPr/>
    </dgm:pt>
    <dgm:pt modelId="{00F63C29-BD90-43AE-B2B0-DA7ED7F27139}" type="pres">
      <dgm:prSet presAssocID="{299CD57E-A7C2-4CAB-9C22-115BBCE85E43}" presName="linNode" presStyleCnt="0"/>
      <dgm:spPr/>
    </dgm:pt>
    <dgm:pt modelId="{767D2400-54A1-46CD-B0D7-D8E219F5BAB1}" type="pres">
      <dgm:prSet presAssocID="{299CD57E-A7C2-4CAB-9C22-115BBCE85E43}" presName="parentText" presStyleLbl="node1" presStyleIdx="0" presStyleCnt="4" custScaleX="98485" custScaleY="77829">
        <dgm:presLayoutVars>
          <dgm:chMax val="1"/>
          <dgm:bulletEnabled val="1"/>
        </dgm:presLayoutVars>
      </dgm:prSet>
      <dgm:spPr/>
    </dgm:pt>
    <dgm:pt modelId="{6DF5248F-CBD1-4B44-8842-73D455D95F3E}" type="pres">
      <dgm:prSet presAssocID="{299CD57E-A7C2-4CAB-9C22-115BBCE85E43}" presName="descendantText" presStyleLbl="alignAccFollowNode1" presStyleIdx="0" presStyleCnt="4">
        <dgm:presLayoutVars>
          <dgm:bulletEnabled val="1"/>
        </dgm:presLayoutVars>
      </dgm:prSet>
      <dgm:spPr/>
    </dgm:pt>
    <dgm:pt modelId="{E5243731-03E0-42ED-9B98-EE601DFFF31D}" type="pres">
      <dgm:prSet presAssocID="{6FAE01CE-0C80-479C-84AD-B99B96953A59}" presName="sp" presStyleCnt="0"/>
      <dgm:spPr/>
    </dgm:pt>
    <dgm:pt modelId="{C1F87F71-7A70-4DE8-864C-2F1C34F3A1D0}" type="pres">
      <dgm:prSet presAssocID="{34B094D1-CE49-4F5C-9013-94D935D0AE8A}" presName="linNode" presStyleCnt="0"/>
      <dgm:spPr/>
    </dgm:pt>
    <dgm:pt modelId="{6A1C71D3-FF51-4B4A-B6E2-1890C02B2A55}" type="pres">
      <dgm:prSet presAssocID="{34B094D1-CE49-4F5C-9013-94D935D0AE8A}" presName="parentText" presStyleLbl="node1" presStyleIdx="1" presStyleCnt="4" custScaleX="98485" custScaleY="77829">
        <dgm:presLayoutVars>
          <dgm:chMax val="1"/>
          <dgm:bulletEnabled val="1"/>
        </dgm:presLayoutVars>
      </dgm:prSet>
      <dgm:spPr/>
    </dgm:pt>
    <dgm:pt modelId="{7B34AA8E-D23D-4AAD-8922-E948C83E0FAD}" type="pres">
      <dgm:prSet presAssocID="{34B094D1-CE49-4F5C-9013-94D935D0AE8A}" presName="descendantText" presStyleLbl="alignAccFollowNode1" presStyleIdx="1" presStyleCnt="4">
        <dgm:presLayoutVars>
          <dgm:bulletEnabled val="1"/>
        </dgm:presLayoutVars>
      </dgm:prSet>
      <dgm:spPr/>
    </dgm:pt>
    <dgm:pt modelId="{A2455135-D650-48A5-9A53-A469E82B6B8F}" type="pres">
      <dgm:prSet presAssocID="{377148B2-44FA-4B02-8787-3EFB51D1C31C}" presName="sp" presStyleCnt="0"/>
      <dgm:spPr/>
    </dgm:pt>
    <dgm:pt modelId="{B2AF712C-8C9F-498F-8D27-B893ECDDD39D}" type="pres">
      <dgm:prSet presAssocID="{626A50A0-7D76-4BA2-A508-EFF1A693C445}" presName="linNode" presStyleCnt="0"/>
      <dgm:spPr/>
    </dgm:pt>
    <dgm:pt modelId="{1F273FFE-9560-4B36-B34F-373CC6016114}" type="pres">
      <dgm:prSet presAssocID="{626A50A0-7D76-4BA2-A508-EFF1A693C445}" presName="parentText" presStyleLbl="node1" presStyleIdx="2" presStyleCnt="4" custScaleX="98485" custScaleY="77829">
        <dgm:presLayoutVars>
          <dgm:chMax val="1"/>
          <dgm:bulletEnabled val="1"/>
        </dgm:presLayoutVars>
      </dgm:prSet>
      <dgm:spPr/>
    </dgm:pt>
    <dgm:pt modelId="{F760BE41-0C78-4204-9793-466F164DA20B}" type="pres">
      <dgm:prSet presAssocID="{626A50A0-7D76-4BA2-A508-EFF1A693C445}" presName="descendantText" presStyleLbl="alignAccFollowNode1" presStyleIdx="2" presStyleCnt="4">
        <dgm:presLayoutVars>
          <dgm:bulletEnabled val="1"/>
        </dgm:presLayoutVars>
      </dgm:prSet>
      <dgm:spPr/>
    </dgm:pt>
    <dgm:pt modelId="{791B81AE-1AC0-4CA9-96A7-D616B519AD33}" type="pres">
      <dgm:prSet presAssocID="{33C6AC8B-8E5E-4BB4-9D81-21DB5EE76641}" presName="sp" presStyleCnt="0"/>
      <dgm:spPr/>
    </dgm:pt>
    <dgm:pt modelId="{F470ED17-8902-4B0B-BDDE-DCB405143DF8}" type="pres">
      <dgm:prSet presAssocID="{D4110660-813D-46F6-91CB-4D824138C8AF}" presName="linNode" presStyleCnt="0"/>
      <dgm:spPr/>
    </dgm:pt>
    <dgm:pt modelId="{ECB66E85-F4B3-4AC3-AA70-303275372C56}" type="pres">
      <dgm:prSet presAssocID="{D4110660-813D-46F6-91CB-4D824138C8AF}" presName="parentText" presStyleLbl="node1" presStyleIdx="3" presStyleCnt="4" custScaleX="98485" custScaleY="77829">
        <dgm:presLayoutVars>
          <dgm:chMax val="1"/>
          <dgm:bulletEnabled val="1"/>
        </dgm:presLayoutVars>
      </dgm:prSet>
      <dgm:spPr/>
    </dgm:pt>
    <dgm:pt modelId="{C2C55CCB-6BB8-432C-AB1D-859D9C7E0456}" type="pres">
      <dgm:prSet presAssocID="{D4110660-813D-46F6-91CB-4D824138C8AF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C154E704-306C-4ABD-A13C-8F3AAAC1D8C8}" type="presOf" srcId="{B2113346-F5AC-4FA8-A8CE-DC1F133C2646}" destId="{F760BE41-0C78-4204-9793-466F164DA20B}" srcOrd="0" destOrd="0" presId="urn:microsoft.com/office/officeart/2005/8/layout/vList5"/>
    <dgm:cxn modelId="{292E8E05-9FAC-4610-B5BC-418F879B3635}" srcId="{F160A5C3-489A-4CB8-9516-F634873E6893}" destId="{34B094D1-CE49-4F5C-9013-94D935D0AE8A}" srcOrd="1" destOrd="0" parTransId="{00091E08-3DEB-4EB0-B0FB-99B6EC14E8F7}" sibTransId="{377148B2-44FA-4B02-8787-3EFB51D1C31C}"/>
    <dgm:cxn modelId="{7230550A-F38C-43DA-A0B9-B6CFFBB566BB}" type="presOf" srcId="{C30349AB-9BA9-4F1A-98F4-5474D8D8DEC9}" destId="{7B34AA8E-D23D-4AAD-8922-E948C83E0FAD}" srcOrd="0" destOrd="0" presId="urn:microsoft.com/office/officeart/2005/8/layout/vList5"/>
    <dgm:cxn modelId="{C2304E34-A6B1-4A65-8080-D81138838B45}" srcId="{34B094D1-CE49-4F5C-9013-94D935D0AE8A}" destId="{C30349AB-9BA9-4F1A-98F4-5474D8D8DEC9}" srcOrd="0" destOrd="0" parTransId="{BF8642FD-B7A3-4690-80C0-B96BEF45A713}" sibTransId="{9A35E63A-FF00-46FC-B35D-3E762078CB98}"/>
    <dgm:cxn modelId="{0E6EC93D-E732-4A03-A9B6-5165EA8AC737}" srcId="{F160A5C3-489A-4CB8-9516-F634873E6893}" destId="{299CD57E-A7C2-4CAB-9C22-115BBCE85E43}" srcOrd="0" destOrd="0" parTransId="{8DA16AC6-165E-4E7E-B49C-653A702CEC94}" sibTransId="{6FAE01CE-0C80-479C-84AD-B99B96953A59}"/>
    <dgm:cxn modelId="{4385B45B-4AED-4D94-96F1-97C68E21EB07}" srcId="{299CD57E-A7C2-4CAB-9C22-115BBCE85E43}" destId="{AA992E1E-3F36-44FF-ABCF-3CF2E2DE39B6}" srcOrd="0" destOrd="0" parTransId="{71B72A62-8B27-4AD8-B19B-BB5F69A59BF7}" sibTransId="{57195DA4-ACBA-4C0E-822D-A51C0C0AD21B}"/>
    <dgm:cxn modelId="{60A9DD42-7E08-4D8C-9317-9D26AE0A24CA}" type="presOf" srcId="{34B094D1-CE49-4F5C-9013-94D935D0AE8A}" destId="{6A1C71D3-FF51-4B4A-B6E2-1890C02B2A55}" srcOrd="0" destOrd="0" presId="urn:microsoft.com/office/officeart/2005/8/layout/vList5"/>
    <dgm:cxn modelId="{8FC1E568-A433-440C-8F80-5F0CA9BC4E1D}" type="presOf" srcId="{D4110660-813D-46F6-91CB-4D824138C8AF}" destId="{ECB66E85-F4B3-4AC3-AA70-303275372C56}" srcOrd="0" destOrd="0" presId="urn:microsoft.com/office/officeart/2005/8/layout/vList5"/>
    <dgm:cxn modelId="{9105595A-B3D9-4A61-97CA-0049F8EF8751}" type="presOf" srcId="{626A50A0-7D76-4BA2-A508-EFF1A693C445}" destId="{1F273FFE-9560-4B36-B34F-373CC6016114}" srcOrd="0" destOrd="0" presId="urn:microsoft.com/office/officeart/2005/8/layout/vList5"/>
    <dgm:cxn modelId="{DA8CC27B-657E-44CB-A7B9-690E46EDC520}" type="presOf" srcId="{AA992E1E-3F36-44FF-ABCF-3CF2E2DE39B6}" destId="{6DF5248F-CBD1-4B44-8842-73D455D95F3E}" srcOrd="0" destOrd="0" presId="urn:microsoft.com/office/officeart/2005/8/layout/vList5"/>
    <dgm:cxn modelId="{3FD9CA88-7829-4477-9935-B92C2526F6E3}" srcId="{F160A5C3-489A-4CB8-9516-F634873E6893}" destId="{D4110660-813D-46F6-91CB-4D824138C8AF}" srcOrd="3" destOrd="0" parTransId="{F98DB7CC-7382-4D87-89F5-279D946932C8}" sibTransId="{30DAAAF4-93A1-4140-BDD8-577C2B777CDB}"/>
    <dgm:cxn modelId="{FA111EAE-94FF-4D51-91B5-DE73DC2FF834}" srcId="{D4110660-813D-46F6-91CB-4D824138C8AF}" destId="{03CE9E45-7B97-4843-8547-FE591812CE4F}" srcOrd="0" destOrd="0" parTransId="{A4DF1820-827E-4EEE-B280-05674E436EB5}" sibTransId="{28DF95C9-B343-46FA-804E-98A11A94F8AB}"/>
    <dgm:cxn modelId="{BAE9E1B7-7B1B-47CA-ABE3-8E5534C18FB5}" srcId="{626A50A0-7D76-4BA2-A508-EFF1A693C445}" destId="{C4E7850E-5804-4635-B2F3-503A923CACBD}" srcOrd="1" destOrd="0" parTransId="{FF997783-CCC2-4074-949F-F3FC45B0C30B}" sibTransId="{2F391C34-E995-431A-A12A-FA604E7BA630}"/>
    <dgm:cxn modelId="{3D900EBB-9FEF-41FB-A27F-B94C8A6CFE33}" type="presOf" srcId="{C4E7850E-5804-4635-B2F3-503A923CACBD}" destId="{F760BE41-0C78-4204-9793-466F164DA20B}" srcOrd="0" destOrd="1" presId="urn:microsoft.com/office/officeart/2005/8/layout/vList5"/>
    <dgm:cxn modelId="{BBC4D6DA-74F5-493D-A8D5-A0EAD58383D3}" srcId="{F160A5C3-489A-4CB8-9516-F634873E6893}" destId="{626A50A0-7D76-4BA2-A508-EFF1A693C445}" srcOrd="2" destOrd="0" parTransId="{6F7F2642-BFEE-422D-ABC1-6B8E2314EEC6}" sibTransId="{33C6AC8B-8E5E-4BB4-9D81-21DB5EE76641}"/>
    <dgm:cxn modelId="{6385BAE2-9EE6-462D-9932-72839D83B266}" srcId="{626A50A0-7D76-4BA2-A508-EFF1A693C445}" destId="{B2113346-F5AC-4FA8-A8CE-DC1F133C2646}" srcOrd="0" destOrd="0" parTransId="{05B9E04D-0154-4CBF-B539-F71543B9BE1A}" sibTransId="{D23B0473-4B0E-4755-9BDF-756E46A9D6C7}"/>
    <dgm:cxn modelId="{7E1065FA-AC20-454E-B1D5-5ECEF068FB59}" type="presOf" srcId="{299CD57E-A7C2-4CAB-9C22-115BBCE85E43}" destId="{767D2400-54A1-46CD-B0D7-D8E219F5BAB1}" srcOrd="0" destOrd="0" presId="urn:microsoft.com/office/officeart/2005/8/layout/vList5"/>
    <dgm:cxn modelId="{5F0FF8FB-90BF-4F9B-9893-25EBD445D8D6}" type="presOf" srcId="{03CE9E45-7B97-4843-8547-FE591812CE4F}" destId="{C2C55CCB-6BB8-432C-AB1D-859D9C7E0456}" srcOrd="0" destOrd="0" presId="urn:microsoft.com/office/officeart/2005/8/layout/vList5"/>
    <dgm:cxn modelId="{25464CFF-5483-4E02-8E60-B9010C191376}" type="presOf" srcId="{F160A5C3-489A-4CB8-9516-F634873E6893}" destId="{9151F62D-68CD-4B01-9696-116A50ED6A89}" srcOrd="0" destOrd="0" presId="urn:microsoft.com/office/officeart/2005/8/layout/vList5"/>
    <dgm:cxn modelId="{20CE572E-110A-4941-9133-C0415EF98A7F}" type="presParOf" srcId="{9151F62D-68CD-4B01-9696-116A50ED6A89}" destId="{00F63C29-BD90-43AE-B2B0-DA7ED7F27139}" srcOrd="0" destOrd="0" presId="urn:microsoft.com/office/officeart/2005/8/layout/vList5"/>
    <dgm:cxn modelId="{EA825BC9-C3A2-43E3-BA85-7E84F78DC306}" type="presParOf" srcId="{00F63C29-BD90-43AE-B2B0-DA7ED7F27139}" destId="{767D2400-54A1-46CD-B0D7-D8E219F5BAB1}" srcOrd="0" destOrd="0" presId="urn:microsoft.com/office/officeart/2005/8/layout/vList5"/>
    <dgm:cxn modelId="{CD97A02C-3606-41EC-A5A7-4CCEA2B75E4D}" type="presParOf" srcId="{00F63C29-BD90-43AE-B2B0-DA7ED7F27139}" destId="{6DF5248F-CBD1-4B44-8842-73D455D95F3E}" srcOrd="1" destOrd="0" presId="urn:microsoft.com/office/officeart/2005/8/layout/vList5"/>
    <dgm:cxn modelId="{1665A368-94F0-40C3-9EF2-222A101B30C6}" type="presParOf" srcId="{9151F62D-68CD-4B01-9696-116A50ED6A89}" destId="{E5243731-03E0-42ED-9B98-EE601DFFF31D}" srcOrd="1" destOrd="0" presId="urn:microsoft.com/office/officeart/2005/8/layout/vList5"/>
    <dgm:cxn modelId="{340F3F68-F9BF-4AC6-A9A5-B80ED9B1D552}" type="presParOf" srcId="{9151F62D-68CD-4B01-9696-116A50ED6A89}" destId="{C1F87F71-7A70-4DE8-864C-2F1C34F3A1D0}" srcOrd="2" destOrd="0" presId="urn:microsoft.com/office/officeart/2005/8/layout/vList5"/>
    <dgm:cxn modelId="{1018DAA5-8207-48AE-95B7-F0A421DF1639}" type="presParOf" srcId="{C1F87F71-7A70-4DE8-864C-2F1C34F3A1D0}" destId="{6A1C71D3-FF51-4B4A-B6E2-1890C02B2A55}" srcOrd="0" destOrd="0" presId="urn:microsoft.com/office/officeart/2005/8/layout/vList5"/>
    <dgm:cxn modelId="{32640DE3-7B97-458B-8DB3-528B9702B280}" type="presParOf" srcId="{C1F87F71-7A70-4DE8-864C-2F1C34F3A1D0}" destId="{7B34AA8E-D23D-4AAD-8922-E948C83E0FAD}" srcOrd="1" destOrd="0" presId="urn:microsoft.com/office/officeart/2005/8/layout/vList5"/>
    <dgm:cxn modelId="{C5188DE7-0FFB-4338-8DAB-30751D27E6DE}" type="presParOf" srcId="{9151F62D-68CD-4B01-9696-116A50ED6A89}" destId="{A2455135-D650-48A5-9A53-A469E82B6B8F}" srcOrd="3" destOrd="0" presId="urn:microsoft.com/office/officeart/2005/8/layout/vList5"/>
    <dgm:cxn modelId="{B525D1C6-2D78-4A2E-826D-C22DB8E0FC70}" type="presParOf" srcId="{9151F62D-68CD-4B01-9696-116A50ED6A89}" destId="{B2AF712C-8C9F-498F-8D27-B893ECDDD39D}" srcOrd="4" destOrd="0" presId="urn:microsoft.com/office/officeart/2005/8/layout/vList5"/>
    <dgm:cxn modelId="{065436BC-E238-40AA-90AE-86C2D30F112F}" type="presParOf" srcId="{B2AF712C-8C9F-498F-8D27-B893ECDDD39D}" destId="{1F273FFE-9560-4B36-B34F-373CC6016114}" srcOrd="0" destOrd="0" presId="urn:microsoft.com/office/officeart/2005/8/layout/vList5"/>
    <dgm:cxn modelId="{2F30FD89-C7EA-4A83-9520-6DF4E0D76EF2}" type="presParOf" srcId="{B2AF712C-8C9F-498F-8D27-B893ECDDD39D}" destId="{F760BE41-0C78-4204-9793-466F164DA20B}" srcOrd="1" destOrd="0" presId="urn:microsoft.com/office/officeart/2005/8/layout/vList5"/>
    <dgm:cxn modelId="{F5E6FF1A-3D74-4F06-B8E1-54B92792E0E7}" type="presParOf" srcId="{9151F62D-68CD-4B01-9696-116A50ED6A89}" destId="{791B81AE-1AC0-4CA9-96A7-D616B519AD33}" srcOrd="5" destOrd="0" presId="urn:microsoft.com/office/officeart/2005/8/layout/vList5"/>
    <dgm:cxn modelId="{9159BF5D-D458-4FDF-AD1E-7BEB0D9F9EEF}" type="presParOf" srcId="{9151F62D-68CD-4B01-9696-116A50ED6A89}" destId="{F470ED17-8902-4B0B-BDDE-DCB405143DF8}" srcOrd="6" destOrd="0" presId="urn:microsoft.com/office/officeart/2005/8/layout/vList5"/>
    <dgm:cxn modelId="{491F6C23-03A3-4AEA-9202-503C1FFB7285}" type="presParOf" srcId="{F470ED17-8902-4B0B-BDDE-DCB405143DF8}" destId="{ECB66E85-F4B3-4AC3-AA70-303275372C56}" srcOrd="0" destOrd="0" presId="urn:microsoft.com/office/officeart/2005/8/layout/vList5"/>
    <dgm:cxn modelId="{F56530C2-46E3-4172-96FE-24541815FC58}" type="presParOf" srcId="{F470ED17-8902-4B0B-BDDE-DCB405143DF8}" destId="{C2C55CCB-6BB8-432C-AB1D-859D9C7E045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8C45B41-F591-47B3-B064-4F4EA84F9E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AA5A19-7563-4A76-AB87-758FF23D97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Équation d’équilibre</a:t>
          </a:r>
          <a:endParaRPr lang="en-US"/>
        </a:p>
      </dgm:t>
    </dgm:pt>
    <dgm:pt modelId="{9E22B62B-7128-4A73-A488-06BA5FC15962}" type="parTrans" cxnId="{8CE0A1EB-9D98-4BD7-A223-0796C90A1F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6343C4E-3BD7-460D-A2E4-BB5F8FC019C3}" type="sibTrans" cxnId="{8CE0A1EB-9D98-4BD7-A223-0796C90A1F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AE001798-B417-4622-B5F8-5B6390A0EDFF}">
          <dgm:prSet/>
          <dgm:spPr/>
          <dgm:t>
            <a:bodyPr/>
            <a:lstStyle/>
            <a:p>
              <a:pPr>
                <a:lnSpc>
                  <a:spcPct val="100000"/>
                </a:lnSpc>
                <a:buNone/>
              </a:pPr>
              <a14:m>
                <m:oMathPara xmlns:m="http://schemas.openxmlformats.org/officeDocument/2006/math">
                  <m:oMathParaPr>
                    <m:jc m:val="center"/>
                  </m:oMathParaPr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d>
                      <m:dPr>
                        <m:begChr m:val="{"/>
                        <m:endChr m:val="}"/>
                        <m:ctrlPr>
                          <a:rPr lang="ar-E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ar-EG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ar-EG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ar-EG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b="0" i="1"/>
                      <m:t>avec</m:t>
                    </m:r>
                    <m:r>
                      <a:rPr lang="en-US" b="0" i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["/>
                        <m:endChr m:val="]"/>
                        <m:ctrlPr>
                          <a:rPr lang="ar-EG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b="0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d>
                    <m:r>
                      <a:rPr lang="ar-EG" b="0" i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ar-EG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EG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EG" b="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ar-EG" b="0" i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EG" b="0" i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["/>
                        <m:endChr m:val="]"/>
                        <m:ctrlPr>
                          <a:rPr lang="ar-EG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EG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EG" b="0" i="1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ar-EG" b="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e>
                    </m:d>
                  </m:oMath>
                </m:oMathPara>
              </a14:m>
              <a:endParaRPr lang="en-US" dirty="0"/>
            </a:p>
          </dgm:t>
        </dgm:pt>
      </mc:Choice>
      <mc:Fallback xmlns="">
        <dgm:pt modelId="{AE001798-B417-4622-B5F8-5B6390A0EDFF}">
          <dgm:prSet/>
          <dgm:spPr/>
          <dgm:t>
            <a:bodyPr/>
            <a:lstStyle/>
            <a:p>
              <a:pPr>
                <a:lnSpc>
                  <a:spcPct val="100000"/>
                </a:lnSpc>
                <a:buNone/>
              </a:pPr>
              <a:r>
                <a:rPr lang="ar-EG" i="0"/>
                <a:t>[𝐾]{𝑞}={𝐹}  </a:t>
              </a:r>
              <a:r>
                <a:rPr lang="en-US" b="0" i="0">
                  <a:latin typeface="Cambria Math" panose="02040503050406030204" pitchFamily="18" charset="0"/>
                </a:rPr>
                <a:t>"avec</a:t>
              </a:r>
              <a:r>
                <a:rPr lang="en-US" b="0" i="0"/>
                <a:t>" </a:t>
              </a:r>
              <a:r>
                <a:rPr lang="ar-EG" b="0" i="0"/>
                <a:t>[𝐾]=[𝐾_0 ]+[𝐾_𝜎 ]</a:t>
              </a:r>
              <a:endParaRPr lang="en-US" dirty="0"/>
            </a:p>
          </dgm:t>
        </dgm:pt>
      </mc:Fallback>
    </mc:AlternateContent>
    <dgm:pt modelId="{8F259EE2-5A34-4571-AC1C-98F8D0C47C4D}" type="parTrans" cxnId="{6DCEF9A6-220C-41C8-817B-E3B2310AD7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85CEE1-2A4C-419F-BE22-6257B9ED1B67}" type="sibTrans" cxnId="{6DCEF9A6-220C-41C8-817B-E3B2310AD7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C21FAD05-9D15-4617-BD15-44029D02364C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ar-EG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ar-E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EG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EG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e>
                  </m:d>
                </m:oMath>
              </a14:m>
              <a:r>
                <a:rPr lang="ar-EG" dirty="0"/>
                <a:t>: </a:t>
              </a:r>
              <a:r>
                <a:rPr lang="en-US" dirty="0" err="1"/>
                <a:t>rigidité</a:t>
              </a:r>
              <a:r>
                <a:rPr lang="en-US" dirty="0"/>
                <a:t> </a:t>
              </a:r>
              <a:r>
                <a:rPr lang="en-US" dirty="0" err="1"/>
                <a:t>élastique</a:t>
              </a:r>
              <a:r>
                <a:rPr lang="en-US" dirty="0"/>
                <a:t> (</a:t>
              </a:r>
              <a:r>
                <a:rPr lang="en-US" dirty="0" err="1"/>
                <a:t>géométrie</a:t>
              </a:r>
              <a:r>
                <a:rPr lang="en-US" dirty="0"/>
                <a:t> + </a:t>
              </a:r>
              <a:r>
                <a:rPr lang="en-US" dirty="0" err="1"/>
                <a:t>matériau</a:t>
              </a:r>
              <a:r>
                <a:rPr lang="en-US" dirty="0"/>
                <a:t>)</a:t>
              </a:r>
            </a:p>
          </dgm:t>
        </dgm:pt>
      </mc:Choice>
      <mc:Fallback xmlns="">
        <dgm:pt modelId="{C21FAD05-9D15-4617-BD15-44029D02364C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ar-EG" i="0"/>
                <a:t>[𝐾_0 ]</a:t>
              </a:r>
              <a:r>
                <a:rPr lang="ar-EG" dirty="0"/>
                <a:t>: </a:t>
              </a:r>
              <a:r>
                <a:rPr lang="en-US" dirty="0" err="1"/>
                <a:t>rigidité</a:t>
              </a:r>
              <a:r>
                <a:rPr lang="en-US" dirty="0"/>
                <a:t> </a:t>
              </a:r>
              <a:r>
                <a:rPr lang="en-US" dirty="0" err="1"/>
                <a:t>élastique</a:t>
              </a:r>
              <a:r>
                <a:rPr lang="en-US" dirty="0"/>
                <a:t> (</a:t>
              </a:r>
              <a:r>
                <a:rPr lang="en-US" dirty="0" err="1"/>
                <a:t>géométrie</a:t>
              </a:r>
              <a:r>
                <a:rPr lang="en-US" dirty="0"/>
                <a:t> + </a:t>
              </a:r>
              <a:r>
                <a:rPr lang="en-US" dirty="0" err="1"/>
                <a:t>matériau</a:t>
              </a:r>
              <a:r>
                <a:rPr lang="en-US" dirty="0"/>
                <a:t>)</a:t>
              </a:r>
            </a:p>
          </dgm:t>
        </dgm:pt>
      </mc:Fallback>
    </mc:AlternateContent>
    <dgm:pt modelId="{20565E14-4A85-44F1-99FC-3CE84BC638F1}" type="parTrans" cxnId="{9FCFA92C-9CE9-41C2-A716-042366744A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339020-EC10-4BEB-B937-45644EEE0878}" type="sibTrans" cxnId="{9FCFA92C-9CE9-41C2-A716-042366744A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2DD16DB-B4F5-4AB9-B294-0139F36B63B5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14:m>
                <m:oMath xmlns:m="http://schemas.openxmlformats.org/officeDocument/2006/math">
                  <m:d>
                    <m:dPr>
                      <m:begChr m:val="["/>
                      <m:endChr m:val="]"/>
                      <m:ctrlPr>
                        <a:rPr lang="ar-EG" i="1" smtClean="0">
                          <a:latin typeface="Cambria Math" panose="02040503050406030204" pitchFamily="18" charset="0"/>
                        </a:rPr>
                      </m:ctrlPr>
                    </m:dPr>
                    <m:e>
                      <m:sSub>
                        <m:sSubPr>
                          <m:ctrlPr>
                            <a:rPr lang="ar-E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EG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ar-EG" i="1">
                              <a:latin typeface="Cambria Math" panose="02040503050406030204" pitchFamily="18" charset="0"/>
                            </a:rPr>
                            <m:t>𝜎</m:t>
                          </m:r>
                        </m:sub>
                      </m:sSub>
                    </m:e>
                  </m:d>
                </m:oMath>
              </a14:m>
              <a:r>
                <a:rPr lang="ar-EG" dirty="0"/>
                <a:t>: </a:t>
              </a:r>
              <a:r>
                <a:rPr lang="en-US" dirty="0" err="1"/>
                <a:t>rigidité</a:t>
              </a:r>
              <a:r>
                <a:rPr lang="en-US" dirty="0"/>
                <a:t> </a:t>
              </a:r>
              <a:r>
                <a:rPr lang="en-US" dirty="0" err="1"/>
                <a:t>géométrique</a:t>
              </a:r>
              <a:br>
                <a:rPr lang="en-US" dirty="0"/>
              </a:br>
              <a:r>
                <a:rPr lang="en-US" dirty="0"/>
                <a:t>→ issue de </a:t>
              </a:r>
              <a:r>
                <a:rPr lang="en-US" dirty="0" err="1"/>
                <a:t>l’état</a:t>
              </a:r>
              <a:r>
                <a:rPr lang="en-US" dirty="0"/>
                <a:t> </a:t>
              </a:r>
              <a:r>
                <a:rPr lang="en-US" dirty="0" err="1"/>
                <a:t>précontraint</a:t>
              </a:r>
              <a:endParaRPr lang="en-US" dirty="0"/>
            </a:p>
          </dgm:t>
        </dgm:pt>
      </mc:Choice>
      <mc:Fallback xmlns="">
        <dgm:pt modelId="{E2DD16DB-B4F5-4AB9-B294-0139F36B63B5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ar-EG" i="0"/>
                <a:t>[𝐾_𝜎 ]</a:t>
              </a:r>
              <a:r>
                <a:rPr lang="ar-EG" dirty="0"/>
                <a:t>: </a:t>
              </a:r>
              <a:r>
                <a:rPr lang="en-US" dirty="0" err="1"/>
                <a:t>rigidité</a:t>
              </a:r>
              <a:r>
                <a:rPr lang="en-US" dirty="0"/>
                <a:t> </a:t>
              </a:r>
              <a:r>
                <a:rPr lang="en-US" dirty="0" err="1"/>
                <a:t>géométrique</a:t>
              </a:r>
              <a:br>
                <a:rPr lang="en-US" dirty="0"/>
              </a:br>
              <a:r>
                <a:rPr lang="en-US" dirty="0"/>
                <a:t>→ issue de </a:t>
              </a:r>
              <a:r>
                <a:rPr lang="en-US" dirty="0" err="1"/>
                <a:t>l’état</a:t>
              </a:r>
              <a:r>
                <a:rPr lang="en-US" dirty="0"/>
                <a:t> </a:t>
              </a:r>
              <a:r>
                <a:rPr lang="en-US" dirty="0" err="1"/>
                <a:t>précontraint</a:t>
              </a:r>
              <a:endParaRPr lang="en-US" dirty="0"/>
            </a:p>
          </dgm:t>
        </dgm:pt>
      </mc:Fallback>
    </mc:AlternateContent>
    <dgm:pt modelId="{CFAA53B3-24F5-42CF-B7E2-1BF21469F94C}" type="parTrans" cxnId="{EB478A70-0FD6-409C-8E8D-0A4488F0FA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0BFB69-19A2-476F-B83A-F7B55B08D6DB}" type="sibTrans" cxnId="{EB478A70-0FD6-409C-8E8D-0A4488F0FA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05C558-62F9-4D74-9BFF-E22FB1FBF6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Problème</a:t>
          </a:r>
          <a:r>
            <a:rPr lang="en-US" b="1" dirty="0"/>
            <a:t> de </a:t>
          </a:r>
          <a:r>
            <a:rPr lang="en-US" b="1" dirty="0" err="1"/>
            <a:t>flambement</a:t>
          </a:r>
          <a:r>
            <a:rPr lang="en-US" b="1" dirty="0"/>
            <a:t> (</a:t>
          </a:r>
          <a:r>
            <a:rPr lang="en-US" b="1" dirty="0" err="1"/>
            <a:t>valeurs</a:t>
          </a:r>
          <a:r>
            <a:rPr lang="en-US" b="1" dirty="0"/>
            <a:t> </a:t>
          </a:r>
          <a:r>
            <a:rPr lang="en-US" b="1" dirty="0" err="1"/>
            <a:t>propres</a:t>
          </a:r>
          <a:r>
            <a:rPr lang="en-US" b="1" dirty="0"/>
            <a:t>)</a:t>
          </a:r>
          <a:endParaRPr lang="en-US" dirty="0"/>
        </a:p>
      </dgm:t>
    </dgm:pt>
    <dgm:pt modelId="{5FA370F6-8084-4BCA-894D-BE3BE66B218B}" type="parTrans" cxnId="{02A60365-52B9-47F7-A890-CC203EB42E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6AEB9A-D1A9-4804-BD41-91E79E973D20}" type="sibTrans" cxnId="{02A60365-52B9-47F7-A890-CC203EB42E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ED36441-9C98-4FCD-B2FC-269247070490}">
          <dgm:prSet/>
          <dgm:spPr/>
          <dgm:t>
            <a:bodyPr/>
            <a:lstStyle/>
            <a:p>
              <a:pPr>
                <a:lnSpc>
                  <a:spcPct val="100000"/>
                </a:lnSpc>
                <a:buNone/>
              </a:pPr>
              <a14:m>
                <m:oMathPara xmlns:m="http://schemas.openxmlformats.org/officeDocument/2006/math">
                  <m:oMathParaPr>
                    <m:jc m:val="center"/>
                  </m:oMathParaPr>
                  <m:oMath xmlns:m="http://schemas.openxmlformats.org/officeDocument/2006/math">
                    <m:d>
                      <m:dPr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["/>
                            <m:endChr m:val="]"/>
                            <m:ctrlPr>
                              <a:rPr lang="ar-EG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EG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EG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ar-EG" i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ar-EG" i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EG" i="1">
                            <a:latin typeface="Cambria Math" panose="02040503050406030204" pitchFamily="18" charset="0"/>
                          </a:rPr>
                          <m:t>𝜆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ar-EG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ar-EG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ar-EG" i="1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e>
                              <m:sub>
                                <m:r>
                                  <a:rPr lang="ar-EG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sub>
                            </m:sSub>
                          </m:e>
                        </m:d>
                      </m:e>
                    </m:d>
                    <m:r>
                      <m:rPr>
                        <m:nor/>
                      </m:rPr>
                      <a:rPr lang="ar-EG" b="0" i="1"/>
                      <m:t> </m:t>
                    </m:r>
                    <m:r>
                      <a:rPr lang="ar-EG" b="0" i="1">
                        <a:latin typeface="Cambria Math" panose="02040503050406030204" pitchFamily="18" charset="0"/>
                      </a:rPr>
                      <m:t>𝜙</m:t>
                    </m:r>
                    <m:r>
                      <a:rPr lang="ar-EG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EG" b="0" i="0">
                        <a:latin typeface="Cambria Math" panose="02040503050406030204" pitchFamily="18" charset="0"/>
                      </a:rPr>
                      <m:t>0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1ED36441-9C98-4FCD-B2FC-269247070490}">
          <dgm:prSet/>
          <dgm:spPr/>
          <dgm:t>
            <a:bodyPr/>
            <a:lstStyle/>
            <a:p>
              <a:pPr>
                <a:lnSpc>
                  <a:spcPct val="100000"/>
                </a:lnSpc>
                <a:buNone/>
              </a:pPr>
              <a:r>
                <a:rPr lang="ar-EG" i="0"/>
                <a:t>([𝐾_0 ]+𝜆[𝐾_𝜎 ])</a:t>
              </a:r>
              <a:r>
                <a:rPr lang="ar-EG" b="0" i="0">
                  <a:latin typeface="Cambria Math" panose="02040503050406030204" pitchFamily="18" charset="0"/>
                </a:rPr>
                <a:t>" </a:t>
              </a:r>
              <a:r>
                <a:rPr lang="ar-EG" b="0" i="0"/>
                <a:t>" 𝜙=0</a:t>
              </a:r>
              <a:endParaRPr lang="en-US" dirty="0"/>
            </a:p>
          </dgm:t>
        </dgm:pt>
      </mc:Fallback>
    </mc:AlternateContent>
    <dgm:pt modelId="{F3E1BB24-032F-4069-A4B3-A8F2BB9A5F64}" type="parTrans" cxnId="{BCA79CB2-F714-4181-AB16-98AFDBDE31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2A354C-0C96-4AA9-8191-DC6C2AD0D1BE}" type="sibTrans" cxnId="{BCA79CB2-F714-4181-AB16-98AFDBDE31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C938EB5-1104-45DF-BC64-14B242FC5483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14:m>
                <m:oMath xmlns:m="http://schemas.openxmlformats.org/officeDocument/2006/math">
                  <m:r>
                    <a:rPr lang="ar-EG" i="1" smtClean="0">
                      <a:latin typeface="Cambria Math" panose="02040503050406030204" pitchFamily="18" charset="0"/>
                    </a:rPr>
                    <m:t>𝜆</m:t>
                  </m:r>
                </m:oMath>
              </a14:m>
              <a:r>
                <a:rPr lang="ar-EG" dirty="0"/>
                <a:t>: </a:t>
              </a:r>
              <a:r>
                <a:rPr lang="en-US" dirty="0" err="1"/>
                <a:t>facteur</a:t>
              </a:r>
              <a:r>
                <a:rPr lang="en-US" dirty="0"/>
                <a:t> critique de </a:t>
              </a:r>
              <a:r>
                <a:rPr lang="en-US" dirty="0" err="1"/>
                <a:t>flambement</a:t>
              </a:r>
              <a:endParaRPr lang="en-US" dirty="0"/>
            </a:p>
          </dgm:t>
        </dgm:pt>
      </mc:Choice>
      <mc:Fallback xmlns="">
        <dgm:pt modelId="{EC938EB5-1104-45DF-BC64-14B242FC5483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ar-EG" i="0"/>
                <a:t>𝜆</a:t>
              </a:r>
              <a:r>
                <a:rPr lang="ar-EG" dirty="0"/>
                <a:t>: </a:t>
              </a:r>
              <a:r>
                <a:rPr lang="en-US" dirty="0" err="1"/>
                <a:t>facteur</a:t>
              </a:r>
              <a:r>
                <a:rPr lang="en-US" dirty="0"/>
                <a:t> critique de </a:t>
              </a:r>
              <a:r>
                <a:rPr lang="en-US" dirty="0" err="1"/>
                <a:t>flambement</a:t>
              </a:r>
              <a:endParaRPr lang="en-US" dirty="0"/>
            </a:p>
          </dgm:t>
        </dgm:pt>
      </mc:Fallback>
    </mc:AlternateContent>
    <dgm:pt modelId="{0D5A536D-3A72-4232-B48D-991E5B8B2050}" type="parTrans" cxnId="{2EFB3D70-06EA-4487-A215-F5AF582063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47F3D9-BF5F-415A-A42C-4B21B861F3B5}" type="sibTrans" cxnId="{2EFB3D70-06EA-4487-A215-F5AF582063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ED31DE3B-A16B-43E4-88AE-9B3CE334C122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14:m>
                <m:oMath xmlns:m="http://schemas.openxmlformats.org/officeDocument/2006/math">
                  <m:r>
                    <a:rPr lang="en-US" i="1" smtClean="0">
                      <a:latin typeface="Cambria Math" panose="02040503050406030204" pitchFamily="18" charset="0"/>
                    </a:rPr>
                    <m:t>𝜙</m:t>
                  </m:r>
                </m:oMath>
              </a14:m>
              <a:r>
                <a:rPr lang="en-US" dirty="0"/>
                <a:t>: mode de </a:t>
              </a:r>
              <a:r>
                <a:rPr lang="en-US" dirty="0" err="1"/>
                <a:t>flambement</a:t>
              </a:r>
              <a:endParaRPr lang="en-US" dirty="0"/>
            </a:p>
          </dgm:t>
        </dgm:pt>
      </mc:Choice>
      <mc:Fallback xmlns="">
        <dgm:pt modelId="{ED31DE3B-A16B-43E4-88AE-9B3CE334C122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en-US" i="0"/>
                <a:t>𝜙</a:t>
              </a:r>
              <a:r>
                <a:rPr lang="en-US" dirty="0"/>
                <a:t>: mode de </a:t>
              </a:r>
              <a:r>
                <a:rPr lang="en-US" dirty="0" err="1"/>
                <a:t>flambement</a:t>
              </a:r>
              <a:endParaRPr lang="en-US" dirty="0"/>
            </a:p>
          </dgm:t>
        </dgm:pt>
      </mc:Fallback>
    </mc:AlternateContent>
    <dgm:pt modelId="{1B39C544-4D23-443F-98CE-9A378345004D}" type="parTrans" cxnId="{FFDFA73C-A0BA-4BE0-87B0-C7F1F3DBB8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5E8975-2042-4E43-B7AC-CE2DA316016B}" type="sibTrans" cxnId="{FFDFA73C-A0BA-4BE0-87B0-C7F1F3DBB8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D0AA97-3162-4593-BC72-FF5829A0CE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Condition de </a:t>
          </a:r>
          <a:r>
            <a:rPr lang="en-US" b="1" dirty="0" err="1"/>
            <a:t>flambement</a:t>
          </a:r>
          <a:endParaRPr lang="en-US" dirty="0"/>
        </a:p>
      </dgm:t>
    </dgm:pt>
    <dgm:pt modelId="{9D758F16-0370-4356-89C7-42FEC11220A3}" type="parTrans" cxnId="{0633CDBB-997A-4474-8EF7-612703BA7E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8C2499-FD91-438C-8A93-681CA3477CA8}" type="sibTrans" cxnId="{0633CDBB-997A-4474-8EF7-612703BA7E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86840CA-7C8D-4456-B773-E46D3C4BDA03}">
      <dgm:prSet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dirty="0"/>
            <a:t>→ </a:t>
          </a:r>
          <a:r>
            <a:rPr lang="en-US" dirty="0" err="1"/>
            <a:t>perte</a:t>
          </a:r>
          <a:r>
            <a:rPr lang="en-US" dirty="0"/>
            <a:t> de </a:t>
          </a:r>
          <a:r>
            <a:rPr lang="en-US" dirty="0" err="1"/>
            <a:t>rigidité</a:t>
          </a:r>
          <a:endParaRPr lang="en-US" dirty="0"/>
        </a:p>
      </dgm:t>
    </dgm:pt>
    <dgm:pt modelId="{27670888-740F-4041-81E0-08BC6C6F79EB}" type="parTrans" cxnId="{B983F071-F1C9-4AD6-88C3-5C6CB7ED52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BA4845-F6B4-4413-8D23-B9BC49AD5F32}" type="sibTrans" cxnId="{B983F071-F1C9-4AD6-88C3-5C6CB7ED52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DEEEAE-5162-4441-9863-539B8C7CF5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Charge critique</a:t>
          </a:r>
          <a:endParaRPr lang="en-US" dirty="0"/>
        </a:p>
      </dgm:t>
    </dgm:pt>
    <dgm:pt modelId="{7379754B-71D4-4A01-951B-00E55DC8BB13}" type="parTrans" cxnId="{34CB1ACA-6AD8-4B57-A13D-49780730F2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9CFF1E-9DBA-445B-8DAB-CCBC1B8BA47C}" type="sibTrans" cxnId="{34CB1ACA-6AD8-4B57-A13D-49780730F2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639D823-81AA-4B75-B714-8B22F05EE77F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EG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EG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nor/>
                              </m:rPr>
                              <a:rPr lang="en-US" b="0" i="1"/>
                              <m:t>critique</m:t>
                            </m:r>
                          </m:sub>
                        </m:sSub>
                      </m:e>
                    </m:d>
                    <m:r>
                      <a:rPr lang="ar-EG" b="0" i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EG" b="0" i="1">
                        <a:latin typeface="Cambria Math" panose="02040503050406030204" pitchFamily="18" charset="0"/>
                      </a:rPr>
                      <m:t>𝜆</m:t>
                    </m:r>
                    <m:r>
                      <a:rPr lang="ar-EG" b="0" i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begChr m:val="{"/>
                        <m:endChr m:val="}"/>
                        <m:ctrlPr>
                          <a:rPr lang="ar-EG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EG" b="0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</m:oMath>
                </m:oMathPara>
              </a14:m>
              <a:endParaRPr lang="en-US" dirty="0"/>
            </a:p>
          </dgm:t>
        </dgm:pt>
      </mc:Choice>
      <mc:Fallback xmlns="">
        <dgm:pt modelId="{3639D823-81AA-4B75-B714-8B22F05EE77F}">
          <dgm:prSet/>
          <dgm:spPr/>
          <dgm:t>
            <a:bodyPr/>
            <a:lstStyle/>
            <a:p>
              <a:pPr>
                <a:lnSpc>
                  <a:spcPct val="100000"/>
                </a:lnSpc>
              </a:pPr>
              <a:r>
                <a:rPr lang="ar-EG" i="0"/>
                <a:t>{𝐹_</a:t>
              </a:r>
              <a:r>
                <a:rPr lang="en-US" b="0" i="0"/>
                <a:t>"critique"  }</a:t>
              </a:r>
              <a:r>
                <a:rPr lang="ar-EG" b="0" i="0"/>
                <a:t>=𝜆⋅{𝐹}</a:t>
              </a:r>
              <a:endParaRPr lang="en-US" dirty="0"/>
            </a:p>
          </dgm:t>
        </dgm:pt>
      </mc:Fallback>
    </mc:AlternateContent>
    <dgm:pt modelId="{EA580C9F-CE61-4CBB-84C5-7AFCF88AC0E4}" type="parTrans" cxnId="{7B5C579F-E904-4F7A-8FF3-E6265DB038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66BFB33-DE03-4743-98DE-ECB4789EA46D}" type="sibTrans" cxnId="{7B5C579F-E904-4F7A-8FF3-E6265DB038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F55B75B8-73CA-4914-B0E1-052778CB850C}">
          <dgm:prSet/>
          <dgm:spPr/>
          <dgm:t>
            <a:bodyPr/>
            <a:lstStyle/>
            <a:p>
              <a:pPr algn="ctr">
                <a:lnSpc>
                  <a:spcPct val="100000"/>
                </a:lnSpc>
                <a:buNone/>
              </a:pPr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det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⁡([</m:t>
                    </m:r>
                    <m:sSub>
                      <m:sSubPr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EG" i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​]+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EG" i="1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  <m:r>
                      <a:rPr lang="el-GR" i="1" dirty="0" smtClean="0">
                        <a:latin typeface="Cambria Math" panose="02040503050406030204" pitchFamily="18" charset="0"/>
                      </a:rPr>
                      <m:t>​])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m:oMathPara>
              </a14:m>
              <a:endParaRPr lang="fr-FR" dirty="0"/>
            </a:p>
          </dgm:t>
        </dgm:pt>
      </mc:Choice>
      <mc:Fallback xmlns="">
        <dgm:pt modelId="{F55B75B8-73CA-4914-B0E1-052778CB850C}">
          <dgm:prSet/>
          <dgm:spPr/>
          <dgm:t>
            <a:bodyPr/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i="0" dirty="0">
                  <a:latin typeface="Cambria Math" panose="02040503050406030204" pitchFamily="18" charset="0"/>
                </a:rPr>
                <a:t>det⁡([</a:t>
              </a:r>
              <a:r>
                <a:rPr lang="ar-EG" i="0">
                  <a:latin typeface="Cambria Math" panose="02040503050406030204" pitchFamily="18" charset="0"/>
                </a:rPr>
                <a:t>𝐾_0</a:t>
              </a:r>
              <a:r>
                <a:rPr lang="en-US" i="0" dirty="0">
                  <a:latin typeface="Cambria Math" panose="02040503050406030204" pitchFamily="18" charset="0"/>
                </a:rPr>
                <a:t> ​]+</a:t>
              </a:r>
              <a:r>
                <a:rPr lang="el-GR" i="0" dirty="0">
                  <a:latin typeface="Cambria Math" panose="02040503050406030204" pitchFamily="18" charset="0"/>
                </a:rPr>
                <a:t>𝜆[</a:t>
              </a:r>
              <a:r>
                <a:rPr lang="ar-EG" i="0">
                  <a:latin typeface="Cambria Math" panose="02040503050406030204" pitchFamily="18" charset="0"/>
                </a:rPr>
                <a:t>𝐾_𝜎</a:t>
              </a:r>
              <a:r>
                <a:rPr lang="el-GR" i="0" dirty="0">
                  <a:latin typeface="Cambria Math" panose="02040503050406030204" pitchFamily="18" charset="0"/>
                </a:rPr>
                <a:t> ​])</a:t>
              </a:r>
              <a:r>
                <a:rPr lang="fr-FR" i="0" dirty="0">
                  <a:latin typeface="Cambria Math" panose="02040503050406030204" pitchFamily="18" charset="0"/>
                </a:rPr>
                <a:t> </a:t>
              </a:r>
              <a:r>
                <a:rPr lang="el-GR" i="0" dirty="0">
                  <a:latin typeface="Cambria Math" panose="02040503050406030204" pitchFamily="18" charset="0"/>
                </a:rPr>
                <a:t>=</a:t>
              </a:r>
              <a:r>
                <a:rPr lang="fr-FR" i="0" dirty="0">
                  <a:latin typeface="Cambria Math" panose="02040503050406030204" pitchFamily="18" charset="0"/>
                </a:rPr>
                <a:t> </a:t>
              </a:r>
              <a:r>
                <a:rPr lang="el-GR" i="0" dirty="0">
                  <a:latin typeface="Cambria Math" panose="02040503050406030204" pitchFamily="18" charset="0"/>
                </a:rPr>
                <a:t>0</a:t>
              </a:r>
              <a:r>
                <a:rPr lang="fr-FR" i="0" dirty="0">
                  <a:latin typeface="Cambria Math" panose="02040503050406030204" pitchFamily="18" charset="0"/>
                </a:rPr>
                <a:t> </a:t>
              </a:r>
              <a:endParaRPr lang="en-US" i="0" dirty="0">
                <a:latin typeface="Cambria Math" panose="02040503050406030204" pitchFamily="18" charset="0"/>
              </a:endParaRPr>
            </a:p>
          </dgm:t>
        </dgm:pt>
      </mc:Fallback>
    </mc:AlternateContent>
    <dgm:pt modelId="{12D07EF9-2AB5-4082-95CA-E9C41F3C3054}" type="parTrans" cxnId="{09B9A223-5E65-492F-9107-06ADF706D1DA}">
      <dgm:prSet/>
      <dgm:spPr/>
      <dgm:t>
        <a:bodyPr/>
        <a:lstStyle/>
        <a:p>
          <a:endParaRPr lang="en-US"/>
        </a:p>
      </dgm:t>
    </dgm:pt>
    <dgm:pt modelId="{A54C3DAD-3A72-46A3-9012-7DF1F9631DBF}" type="sibTrans" cxnId="{09B9A223-5E65-492F-9107-06ADF706D1DA}">
      <dgm:prSet/>
      <dgm:spPr/>
      <dgm:t>
        <a:bodyPr/>
        <a:lstStyle/>
        <a:p>
          <a:endParaRPr lang="en-US"/>
        </a:p>
      </dgm:t>
    </dgm:pt>
    <dgm:pt modelId="{73E0BA9B-378F-4BDA-96F7-ABE88B33B1A1}">
      <dgm:prSet/>
      <dgm:spPr/>
      <dgm:t>
        <a:bodyPr/>
        <a:lstStyle/>
        <a:p>
          <a:pPr algn="l">
            <a:lnSpc>
              <a:spcPct val="100000"/>
            </a:lnSpc>
            <a:buNone/>
          </a:pPr>
          <a:r>
            <a:rPr lang="en-US" dirty="0"/>
            <a:t>→ </a:t>
          </a:r>
          <a:r>
            <a:rPr lang="en-US" dirty="0" err="1"/>
            <a:t>instabilité</a:t>
          </a:r>
          <a:r>
            <a:rPr lang="en-US" dirty="0"/>
            <a:t> de la structure</a:t>
          </a:r>
        </a:p>
      </dgm:t>
    </dgm:pt>
    <dgm:pt modelId="{336E94C4-BDFC-422E-AC29-D0EBA75CF491}" type="parTrans" cxnId="{58E5BE26-4E43-495C-A255-082644DF6E79}">
      <dgm:prSet/>
      <dgm:spPr/>
      <dgm:t>
        <a:bodyPr/>
        <a:lstStyle/>
        <a:p>
          <a:endParaRPr lang="en-US"/>
        </a:p>
      </dgm:t>
    </dgm:pt>
    <dgm:pt modelId="{D12CB621-C76B-4FCD-B61F-FC096EB9D707}" type="sibTrans" cxnId="{58E5BE26-4E43-495C-A255-082644DF6E79}">
      <dgm:prSet/>
      <dgm:spPr/>
      <dgm:t>
        <a:bodyPr/>
        <a:lstStyle/>
        <a:p>
          <a:endParaRPr lang="en-US"/>
        </a:p>
      </dgm:t>
    </dgm:pt>
    <dgm:pt modelId="{25A7F152-AB6F-472B-88F8-8FB0A744A43B}" type="pres">
      <dgm:prSet presAssocID="{48C45B41-F591-47B3-B064-4F4EA84F9E4B}" presName="linear" presStyleCnt="0">
        <dgm:presLayoutVars>
          <dgm:animLvl val="lvl"/>
          <dgm:resizeHandles val="exact"/>
        </dgm:presLayoutVars>
      </dgm:prSet>
      <dgm:spPr/>
    </dgm:pt>
    <dgm:pt modelId="{D5DC013A-CFF0-4A05-804D-EA98ED9C4970}" type="pres">
      <dgm:prSet presAssocID="{28AA5A19-7563-4A76-AB87-758FF23D970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2EEA32-B4E8-4941-84D3-5249F21830C1}" type="pres">
      <dgm:prSet presAssocID="{28AA5A19-7563-4A76-AB87-758FF23D9709}" presName="childText" presStyleLbl="revTx" presStyleIdx="0" presStyleCnt="4">
        <dgm:presLayoutVars>
          <dgm:bulletEnabled val="1"/>
        </dgm:presLayoutVars>
      </dgm:prSet>
      <dgm:spPr/>
    </dgm:pt>
    <dgm:pt modelId="{E94FB031-56C6-473E-A792-648B81C3F945}" type="pres">
      <dgm:prSet presAssocID="{E505C558-62F9-4D74-9BFF-E22FB1FBF6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F08627-B493-4A7F-98FC-FF54693F7EC7}" type="pres">
      <dgm:prSet presAssocID="{E505C558-62F9-4D74-9BFF-E22FB1FBF636}" presName="childText" presStyleLbl="revTx" presStyleIdx="1" presStyleCnt="4">
        <dgm:presLayoutVars>
          <dgm:bulletEnabled val="1"/>
        </dgm:presLayoutVars>
      </dgm:prSet>
      <dgm:spPr/>
    </dgm:pt>
    <dgm:pt modelId="{6E2EBF74-A04B-4730-B9E6-57FEE0A49D07}" type="pres">
      <dgm:prSet presAssocID="{61D0AA97-3162-4593-BC72-FF5829A0CE3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D0F6D5-1E72-4F42-BBF6-54FF221FA394}" type="pres">
      <dgm:prSet presAssocID="{61D0AA97-3162-4593-BC72-FF5829A0CE30}" presName="childText" presStyleLbl="revTx" presStyleIdx="2" presStyleCnt="4">
        <dgm:presLayoutVars>
          <dgm:bulletEnabled val="1"/>
        </dgm:presLayoutVars>
      </dgm:prSet>
      <dgm:spPr/>
    </dgm:pt>
    <dgm:pt modelId="{CD539DD5-B11C-4EA2-B3A7-E769AE2E89BA}" type="pres">
      <dgm:prSet presAssocID="{A4DEEEAE-5162-4441-9863-539B8C7CF52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9921980-5B66-4E1A-9A0F-C4013869B2B2}" type="pres">
      <dgm:prSet presAssocID="{A4DEEEAE-5162-4441-9863-539B8C7CF52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1DEBC04-3AAB-4E37-80A0-10534C512CB1}" type="presOf" srcId="{286840CA-7C8D-4456-B773-E46D3C4BDA03}" destId="{A3D0F6D5-1E72-4F42-BBF6-54FF221FA394}" srcOrd="0" destOrd="1" presId="urn:microsoft.com/office/officeart/2005/8/layout/vList2"/>
    <dgm:cxn modelId="{C1B98522-ACCA-4F5C-A34F-0D460B1BA2FD}" type="presOf" srcId="{1ED36441-9C98-4FCD-B2FC-269247070490}" destId="{1BF08627-B493-4A7F-98FC-FF54693F7EC7}" srcOrd="0" destOrd="0" presId="urn:microsoft.com/office/officeart/2005/8/layout/vList2"/>
    <dgm:cxn modelId="{09B9A223-5E65-492F-9107-06ADF706D1DA}" srcId="{61D0AA97-3162-4593-BC72-FF5829A0CE30}" destId="{F55B75B8-73CA-4914-B0E1-052778CB850C}" srcOrd="0" destOrd="0" parTransId="{12D07EF9-2AB5-4082-95CA-E9C41F3C3054}" sibTransId="{A54C3DAD-3A72-46A3-9012-7DF1F9631DBF}"/>
    <dgm:cxn modelId="{58E5BE26-4E43-495C-A255-082644DF6E79}" srcId="{61D0AA97-3162-4593-BC72-FF5829A0CE30}" destId="{73E0BA9B-378F-4BDA-96F7-ABE88B33B1A1}" srcOrd="2" destOrd="0" parTransId="{336E94C4-BDFC-422E-AC29-D0EBA75CF491}" sibTransId="{D12CB621-C76B-4FCD-B61F-FC096EB9D707}"/>
    <dgm:cxn modelId="{9FCFA92C-9CE9-41C2-A716-042366744A79}" srcId="{28AA5A19-7563-4A76-AB87-758FF23D9709}" destId="{C21FAD05-9D15-4617-BD15-44029D02364C}" srcOrd="1" destOrd="0" parTransId="{20565E14-4A85-44F1-99FC-3CE84BC638F1}" sibTransId="{44339020-EC10-4BEB-B937-45644EEE0878}"/>
    <dgm:cxn modelId="{FFDFA73C-A0BA-4BE0-87B0-C7F1F3DBB8DD}" srcId="{E505C558-62F9-4D74-9BFF-E22FB1FBF636}" destId="{ED31DE3B-A16B-43E4-88AE-9B3CE334C122}" srcOrd="2" destOrd="0" parTransId="{1B39C544-4D23-443F-98CE-9A378345004D}" sibTransId="{B45E8975-2042-4E43-B7AC-CE2DA316016B}"/>
    <dgm:cxn modelId="{24938F60-1571-4014-812C-5839EBBA24B0}" type="presOf" srcId="{A4DEEEAE-5162-4441-9863-539B8C7CF528}" destId="{CD539DD5-B11C-4EA2-B3A7-E769AE2E89BA}" srcOrd="0" destOrd="0" presId="urn:microsoft.com/office/officeart/2005/8/layout/vList2"/>
    <dgm:cxn modelId="{84758461-B952-4C3A-9497-E05A5C6DBC10}" type="presOf" srcId="{AE001798-B417-4622-B5F8-5B6390A0EDFF}" destId="{D42EEA32-B4E8-4941-84D3-5249F21830C1}" srcOrd="0" destOrd="0" presId="urn:microsoft.com/office/officeart/2005/8/layout/vList2"/>
    <dgm:cxn modelId="{D5D9A241-6D5C-4B04-886B-1F1FA668941F}" type="presOf" srcId="{3639D823-81AA-4B75-B714-8B22F05EE77F}" destId="{59921980-5B66-4E1A-9A0F-C4013869B2B2}" srcOrd="0" destOrd="0" presId="urn:microsoft.com/office/officeart/2005/8/layout/vList2"/>
    <dgm:cxn modelId="{8E566C62-B035-47B3-9057-B55C8D3F5093}" type="presOf" srcId="{C21FAD05-9D15-4617-BD15-44029D02364C}" destId="{D42EEA32-B4E8-4941-84D3-5249F21830C1}" srcOrd="0" destOrd="1" presId="urn:microsoft.com/office/officeart/2005/8/layout/vList2"/>
    <dgm:cxn modelId="{02A60365-52B9-47F7-A890-CC203EB42EF5}" srcId="{48C45B41-F591-47B3-B064-4F4EA84F9E4B}" destId="{E505C558-62F9-4D74-9BFF-E22FB1FBF636}" srcOrd="1" destOrd="0" parTransId="{5FA370F6-8084-4BCA-894D-BE3BE66B218B}" sibTransId="{506AEB9A-D1A9-4804-BD41-91E79E973D20}"/>
    <dgm:cxn modelId="{2EFB3D70-06EA-4487-A215-F5AF582063C1}" srcId="{E505C558-62F9-4D74-9BFF-E22FB1FBF636}" destId="{EC938EB5-1104-45DF-BC64-14B242FC5483}" srcOrd="1" destOrd="0" parTransId="{0D5A536D-3A72-4232-B48D-991E5B8B2050}" sibTransId="{BE47F3D9-BF5F-415A-A42C-4B21B861F3B5}"/>
    <dgm:cxn modelId="{EB478A70-0FD6-409C-8E8D-0A4488F0FA84}" srcId="{28AA5A19-7563-4A76-AB87-758FF23D9709}" destId="{E2DD16DB-B4F5-4AB9-B294-0139F36B63B5}" srcOrd="2" destOrd="0" parTransId="{CFAA53B3-24F5-42CF-B7E2-1BF21469F94C}" sibTransId="{820BFB69-19A2-476F-B83A-F7B55B08D6DB}"/>
    <dgm:cxn modelId="{B983F071-F1C9-4AD6-88C3-5C6CB7ED52C6}" srcId="{61D0AA97-3162-4593-BC72-FF5829A0CE30}" destId="{286840CA-7C8D-4456-B773-E46D3C4BDA03}" srcOrd="1" destOrd="0" parTransId="{27670888-740F-4041-81E0-08BC6C6F79EB}" sibTransId="{DBBA4845-F6B4-4413-8D23-B9BC49AD5F32}"/>
    <dgm:cxn modelId="{C65C2685-2FD3-488C-AB72-C2DDDCE4300C}" type="presOf" srcId="{E2DD16DB-B4F5-4AB9-B294-0139F36B63B5}" destId="{D42EEA32-B4E8-4941-84D3-5249F21830C1}" srcOrd="0" destOrd="2" presId="urn:microsoft.com/office/officeart/2005/8/layout/vList2"/>
    <dgm:cxn modelId="{41B1C286-1A58-48AB-BE80-C98D35988749}" type="presOf" srcId="{ED31DE3B-A16B-43E4-88AE-9B3CE334C122}" destId="{1BF08627-B493-4A7F-98FC-FF54693F7EC7}" srcOrd="0" destOrd="2" presId="urn:microsoft.com/office/officeart/2005/8/layout/vList2"/>
    <dgm:cxn modelId="{18396187-6D23-4266-8318-F652F7DE6B6D}" type="presOf" srcId="{E505C558-62F9-4D74-9BFF-E22FB1FBF636}" destId="{E94FB031-56C6-473E-A792-648B81C3F945}" srcOrd="0" destOrd="0" presId="urn:microsoft.com/office/officeart/2005/8/layout/vList2"/>
    <dgm:cxn modelId="{6FEB1E95-D311-4A0C-BFB7-9AD52EE87588}" type="presOf" srcId="{F55B75B8-73CA-4914-B0E1-052778CB850C}" destId="{A3D0F6D5-1E72-4F42-BBF6-54FF221FA394}" srcOrd="0" destOrd="0" presId="urn:microsoft.com/office/officeart/2005/8/layout/vList2"/>
    <dgm:cxn modelId="{29C9EB96-1D9F-443D-BF89-13DE519037AA}" type="presOf" srcId="{28AA5A19-7563-4A76-AB87-758FF23D9709}" destId="{D5DC013A-CFF0-4A05-804D-EA98ED9C4970}" srcOrd="0" destOrd="0" presId="urn:microsoft.com/office/officeart/2005/8/layout/vList2"/>
    <dgm:cxn modelId="{4AA4FB9B-3EAC-4571-9E36-22E74CC41EB1}" type="presOf" srcId="{73E0BA9B-378F-4BDA-96F7-ABE88B33B1A1}" destId="{A3D0F6D5-1E72-4F42-BBF6-54FF221FA394}" srcOrd="0" destOrd="2" presId="urn:microsoft.com/office/officeart/2005/8/layout/vList2"/>
    <dgm:cxn modelId="{7B5C579F-E904-4F7A-8FF3-E6265DB03831}" srcId="{A4DEEEAE-5162-4441-9863-539B8C7CF528}" destId="{3639D823-81AA-4B75-B714-8B22F05EE77F}" srcOrd="0" destOrd="0" parTransId="{EA580C9F-CE61-4CBB-84C5-7AFCF88AC0E4}" sibTransId="{D66BFB33-DE03-4743-98DE-ECB4789EA46D}"/>
    <dgm:cxn modelId="{6DCEF9A6-220C-41C8-817B-E3B2310AD786}" srcId="{28AA5A19-7563-4A76-AB87-758FF23D9709}" destId="{AE001798-B417-4622-B5F8-5B6390A0EDFF}" srcOrd="0" destOrd="0" parTransId="{8F259EE2-5A34-4571-AC1C-98F8D0C47C4D}" sibTransId="{2085CEE1-2A4C-419F-BE22-6257B9ED1B67}"/>
    <dgm:cxn modelId="{BCA79CB2-F714-4181-AB16-98AFDBDE31EC}" srcId="{E505C558-62F9-4D74-9BFF-E22FB1FBF636}" destId="{1ED36441-9C98-4FCD-B2FC-269247070490}" srcOrd="0" destOrd="0" parTransId="{F3E1BB24-032F-4069-A4B3-A8F2BB9A5F64}" sibTransId="{752A354C-0C96-4AA9-8191-DC6C2AD0D1BE}"/>
    <dgm:cxn modelId="{0633CDBB-997A-4474-8EF7-612703BA7E41}" srcId="{48C45B41-F591-47B3-B064-4F4EA84F9E4B}" destId="{61D0AA97-3162-4593-BC72-FF5829A0CE30}" srcOrd="2" destOrd="0" parTransId="{9D758F16-0370-4356-89C7-42FEC11220A3}" sibTransId="{278C2499-FD91-438C-8A93-681CA3477CA8}"/>
    <dgm:cxn modelId="{34CB1ACA-6AD8-4B57-A13D-49780730F257}" srcId="{48C45B41-F591-47B3-B064-4F4EA84F9E4B}" destId="{A4DEEEAE-5162-4441-9863-539B8C7CF528}" srcOrd="3" destOrd="0" parTransId="{7379754B-71D4-4A01-951B-00E55DC8BB13}" sibTransId="{D79CFF1E-9DBA-445B-8DAB-CCBC1B8BA47C}"/>
    <dgm:cxn modelId="{D7D422CE-F521-4896-8B45-0218BEAFCF31}" type="presOf" srcId="{48C45B41-F591-47B3-B064-4F4EA84F9E4B}" destId="{25A7F152-AB6F-472B-88F8-8FB0A744A43B}" srcOrd="0" destOrd="0" presId="urn:microsoft.com/office/officeart/2005/8/layout/vList2"/>
    <dgm:cxn modelId="{83DCAFD2-865A-4B96-9AF3-AD5D0C89B328}" type="presOf" srcId="{61D0AA97-3162-4593-BC72-FF5829A0CE30}" destId="{6E2EBF74-A04B-4730-B9E6-57FEE0A49D07}" srcOrd="0" destOrd="0" presId="urn:microsoft.com/office/officeart/2005/8/layout/vList2"/>
    <dgm:cxn modelId="{230C9CE3-93AF-4C80-A9D7-EA9A044C41AF}" type="presOf" srcId="{EC938EB5-1104-45DF-BC64-14B242FC5483}" destId="{1BF08627-B493-4A7F-98FC-FF54693F7EC7}" srcOrd="0" destOrd="1" presId="urn:microsoft.com/office/officeart/2005/8/layout/vList2"/>
    <dgm:cxn modelId="{8CE0A1EB-9D98-4BD7-A223-0796C90A1F76}" srcId="{48C45B41-F591-47B3-B064-4F4EA84F9E4B}" destId="{28AA5A19-7563-4A76-AB87-758FF23D9709}" srcOrd="0" destOrd="0" parTransId="{9E22B62B-7128-4A73-A488-06BA5FC15962}" sibTransId="{E6343C4E-3BD7-460D-A2E4-BB5F8FC019C3}"/>
    <dgm:cxn modelId="{5290A1E4-85B8-41AC-9788-BFF133E3989B}" type="presParOf" srcId="{25A7F152-AB6F-472B-88F8-8FB0A744A43B}" destId="{D5DC013A-CFF0-4A05-804D-EA98ED9C4970}" srcOrd="0" destOrd="0" presId="urn:microsoft.com/office/officeart/2005/8/layout/vList2"/>
    <dgm:cxn modelId="{7FA3017E-EE32-4B9B-A61E-B85BF8319604}" type="presParOf" srcId="{25A7F152-AB6F-472B-88F8-8FB0A744A43B}" destId="{D42EEA32-B4E8-4941-84D3-5249F21830C1}" srcOrd="1" destOrd="0" presId="urn:microsoft.com/office/officeart/2005/8/layout/vList2"/>
    <dgm:cxn modelId="{D5C8D611-2E7F-4EB5-BF3D-55BB56160E9C}" type="presParOf" srcId="{25A7F152-AB6F-472B-88F8-8FB0A744A43B}" destId="{E94FB031-56C6-473E-A792-648B81C3F945}" srcOrd="2" destOrd="0" presId="urn:microsoft.com/office/officeart/2005/8/layout/vList2"/>
    <dgm:cxn modelId="{6CF29A84-2D60-4258-8458-C414FBBC74D4}" type="presParOf" srcId="{25A7F152-AB6F-472B-88F8-8FB0A744A43B}" destId="{1BF08627-B493-4A7F-98FC-FF54693F7EC7}" srcOrd="3" destOrd="0" presId="urn:microsoft.com/office/officeart/2005/8/layout/vList2"/>
    <dgm:cxn modelId="{665401E6-57A6-4924-A4E7-1E367D49D155}" type="presParOf" srcId="{25A7F152-AB6F-472B-88F8-8FB0A744A43B}" destId="{6E2EBF74-A04B-4730-B9E6-57FEE0A49D07}" srcOrd="4" destOrd="0" presId="urn:microsoft.com/office/officeart/2005/8/layout/vList2"/>
    <dgm:cxn modelId="{A61C0620-669C-4831-B4D3-3ED622643E86}" type="presParOf" srcId="{25A7F152-AB6F-472B-88F8-8FB0A744A43B}" destId="{A3D0F6D5-1E72-4F42-BBF6-54FF221FA394}" srcOrd="5" destOrd="0" presId="urn:microsoft.com/office/officeart/2005/8/layout/vList2"/>
    <dgm:cxn modelId="{A2555FE4-CEB2-4F1E-8B2D-6695CEE19FBB}" type="presParOf" srcId="{25A7F152-AB6F-472B-88F8-8FB0A744A43B}" destId="{CD539DD5-B11C-4EA2-B3A7-E769AE2E89BA}" srcOrd="6" destOrd="0" presId="urn:microsoft.com/office/officeart/2005/8/layout/vList2"/>
    <dgm:cxn modelId="{CB08CB63-6416-4E2B-83D0-8FD6F3005B61}" type="presParOf" srcId="{25A7F152-AB6F-472B-88F8-8FB0A744A43B}" destId="{59921980-5B66-4E1A-9A0F-C4013869B2B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8C45B41-F591-47B3-B064-4F4EA84F9E4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AA5A19-7563-4A76-AB87-758FF23D970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Équation d’équilibre</a:t>
          </a:r>
          <a:endParaRPr lang="en-US"/>
        </a:p>
      </dgm:t>
    </dgm:pt>
    <dgm:pt modelId="{9E22B62B-7128-4A73-A488-06BA5FC15962}" type="parTrans" cxnId="{8CE0A1EB-9D98-4BD7-A223-0796C90A1F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6343C4E-3BD7-460D-A2E4-BB5F8FC019C3}" type="sibTrans" cxnId="{8CE0A1EB-9D98-4BD7-A223-0796C90A1F7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E001798-B417-4622-B5F8-5B6390A0EDFF}">
      <dgm:prSet/>
      <dgm:spPr>
        <a:blipFill>
          <a:blip xmlns:r="http://schemas.openxmlformats.org/officeDocument/2006/relationships" r:embed="rId1"/>
          <a:stretch>
            <a:fillRect b="-7426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F259EE2-5A34-4571-AC1C-98F8D0C47C4D}" type="parTrans" cxnId="{6DCEF9A6-220C-41C8-817B-E3B2310AD7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085CEE1-2A4C-419F-BE22-6257B9ED1B67}" type="sibTrans" cxnId="{6DCEF9A6-220C-41C8-817B-E3B2310AD78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21FAD05-9D15-4617-BD15-44029D02364C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0565E14-4A85-44F1-99FC-3CE84BC638F1}" type="parTrans" cxnId="{9FCFA92C-9CE9-41C2-A716-042366744A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4339020-EC10-4BEB-B937-45644EEE0878}" type="sibTrans" cxnId="{9FCFA92C-9CE9-41C2-A716-042366744A7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2DD16DB-B4F5-4AB9-B294-0139F36B63B5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CFAA53B3-24F5-42CF-B7E2-1BF21469F94C}" type="parTrans" cxnId="{EB478A70-0FD6-409C-8E8D-0A4488F0FA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820BFB69-19A2-476F-B83A-F7B55B08D6DB}" type="sibTrans" cxnId="{EB478A70-0FD6-409C-8E8D-0A4488F0FA84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505C558-62F9-4D74-9BFF-E22FB1FBF6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 err="1"/>
            <a:t>Problème</a:t>
          </a:r>
          <a:r>
            <a:rPr lang="en-US" b="1" dirty="0"/>
            <a:t> de </a:t>
          </a:r>
          <a:r>
            <a:rPr lang="en-US" b="1" dirty="0" err="1"/>
            <a:t>flambement</a:t>
          </a:r>
          <a:r>
            <a:rPr lang="en-US" b="1" dirty="0"/>
            <a:t> (</a:t>
          </a:r>
          <a:r>
            <a:rPr lang="en-US" b="1" dirty="0" err="1"/>
            <a:t>valeurs</a:t>
          </a:r>
          <a:r>
            <a:rPr lang="en-US" b="1" dirty="0"/>
            <a:t> </a:t>
          </a:r>
          <a:r>
            <a:rPr lang="en-US" b="1" dirty="0" err="1"/>
            <a:t>propres</a:t>
          </a:r>
          <a:r>
            <a:rPr lang="en-US" b="1" dirty="0"/>
            <a:t>)</a:t>
          </a:r>
          <a:endParaRPr lang="en-US" dirty="0"/>
        </a:p>
      </dgm:t>
    </dgm:pt>
    <dgm:pt modelId="{5FA370F6-8084-4BCA-894D-BE3BE66B218B}" type="parTrans" cxnId="{02A60365-52B9-47F7-A890-CC203EB42E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06AEB9A-D1A9-4804-BD41-91E79E973D20}" type="sibTrans" cxnId="{02A60365-52B9-47F7-A890-CC203EB42EF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ED36441-9C98-4FCD-B2FC-269247070490}">
      <dgm:prSet/>
      <dgm:spPr>
        <a:blipFill>
          <a:blip xmlns:r="http://schemas.openxmlformats.org/officeDocument/2006/relationships" r:embed="rId2"/>
          <a:stretch>
            <a:fillRect b="-9554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3E1BB24-032F-4069-A4B3-A8F2BB9A5F64}" type="parTrans" cxnId="{BCA79CB2-F714-4181-AB16-98AFDBDE31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52A354C-0C96-4AA9-8191-DC6C2AD0D1BE}" type="sibTrans" cxnId="{BCA79CB2-F714-4181-AB16-98AFDBDE31E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C938EB5-1104-45DF-BC64-14B242FC5483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0D5A536D-3A72-4232-B48D-991E5B8B2050}" type="parTrans" cxnId="{2EFB3D70-06EA-4487-A215-F5AF582063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E47F3D9-BF5F-415A-A42C-4B21B861F3B5}" type="sibTrans" cxnId="{2EFB3D70-06EA-4487-A215-F5AF582063C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D31DE3B-A16B-43E4-88AE-9B3CE334C122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1B39C544-4D23-443F-98CE-9A378345004D}" type="parTrans" cxnId="{FFDFA73C-A0BA-4BE0-87B0-C7F1F3DBB8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45E8975-2042-4E43-B7AC-CE2DA316016B}" type="sibTrans" cxnId="{FFDFA73C-A0BA-4BE0-87B0-C7F1F3DBB8D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1D0AA97-3162-4593-BC72-FF5829A0CE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Condition de </a:t>
          </a:r>
          <a:r>
            <a:rPr lang="en-US" b="1" dirty="0" err="1"/>
            <a:t>flambement</a:t>
          </a:r>
          <a:endParaRPr lang="en-US" dirty="0"/>
        </a:p>
      </dgm:t>
    </dgm:pt>
    <dgm:pt modelId="{9D758F16-0370-4356-89C7-42FEC11220A3}" type="parTrans" cxnId="{0633CDBB-997A-4474-8EF7-612703BA7E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78C2499-FD91-438C-8A93-681CA3477CA8}" type="sibTrans" cxnId="{0633CDBB-997A-4474-8EF7-612703BA7E4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86840CA-7C8D-4456-B773-E46D3C4BDA03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7670888-740F-4041-81E0-08BC6C6F79EB}" type="parTrans" cxnId="{B983F071-F1C9-4AD6-88C3-5C6CB7ED52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BBA4845-F6B4-4413-8D23-B9BC49AD5F32}" type="sibTrans" cxnId="{B983F071-F1C9-4AD6-88C3-5C6CB7ED52C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4DEEEAE-5162-4441-9863-539B8C7CF52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Charge critique</a:t>
          </a:r>
          <a:endParaRPr lang="en-US" dirty="0"/>
        </a:p>
      </dgm:t>
    </dgm:pt>
    <dgm:pt modelId="{7379754B-71D4-4A01-951B-00E55DC8BB13}" type="parTrans" cxnId="{34CB1ACA-6AD8-4B57-A13D-49780730F2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79CFF1E-9DBA-445B-8DAB-CCBC1B8BA47C}" type="sibTrans" cxnId="{34CB1ACA-6AD8-4B57-A13D-49780730F25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639D823-81AA-4B75-B714-8B22F05EE77F}">
      <dgm:prSet/>
      <dgm:spPr>
        <a:blipFill>
          <a:blip xmlns:r="http://schemas.openxmlformats.org/officeDocument/2006/relationships" r:embed="rId3"/>
          <a:stretch>
            <a:fillRect b="-1250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EA580C9F-CE61-4CBB-84C5-7AFCF88AC0E4}" type="parTrans" cxnId="{7B5C579F-E904-4F7A-8FF3-E6265DB038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66BFB33-DE03-4743-98DE-ECB4789EA46D}" type="sibTrans" cxnId="{7B5C579F-E904-4F7A-8FF3-E6265DB0383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55B75B8-73CA-4914-B0E1-052778CB850C}">
      <dgm:prSet/>
      <dgm:spPr>
        <a:blipFill>
          <a:blip xmlns:r="http://schemas.openxmlformats.org/officeDocument/2006/relationships" r:embed="rId4"/>
          <a:stretch>
            <a:fillRect t="-3185" b="-828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12D07EF9-2AB5-4082-95CA-E9C41F3C3054}" type="parTrans" cxnId="{09B9A223-5E65-492F-9107-06ADF706D1DA}">
      <dgm:prSet/>
      <dgm:spPr/>
      <dgm:t>
        <a:bodyPr/>
        <a:lstStyle/>
        <a:p>
          <a:endParaRPr lang="en-US"/>
        </a:p>
      </dgm:t>
    </dgm:pt>
    <dgm:pt modelId="{A54C3DAD-3A72-46A3-9012-7DF1F9631DBF}" type="sibTrans" cxnId="{09B9A223-5E65-492F-9107-06ADF706D1DA}">
      <dgm:prSet/>
      <dgm:spPr/>
      <dgm:t>
        <a:bodyPr/>
        <a:lstStyle/>
        <a:p>
          <a:endParaRPr lang="en-US"/>
        </a:p>
      </dgm:t>
    </dgm:pt>
    <dgm:pt modelId="{73E0BA9B-378F-4BDA-96F7-ABE88B33B1A1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336E94C4-BDFC-422E-AC29-D0EBA75CF491}" type="parTrans" cxnId="{58E5BE26-4E43-495C-A255-082644DF6E79}">
      <dgm:prSet/>
      <dgm:spPr/>
      <dgm:t>
        <a:bodyPr/>
        <a:lstStyle/>
        <a:p>
          <a:endParaRPr lang="en-US"/>
        </a:p>
      </dgm:t>
    </dgm:pt>
    <dgm:pt modelId="{D12CB621-C76B-4FCD-B61F-FC096EB9D707}" type="sibTrans" cxnId="{58E5BE26-4E43-495C-A255-082644DF6E79}">
      <dgm:prSet/>
      <dgm:spPr/>
      <dgm:t>
        <a:bodyPr/>
        <a:lstStyle/>
        <a:p>
          <a:endParaRPr lang="en-US"/>
        </a:p>
      </dgm:t>
    </dgm:pt>
    <dgm:pt modelId="{25A7F152-AB6F-472B-88F8-8FB0A744A43B}" type="pres">
      <dgm:prSet presAssocID="{48C45B41-F591-47B3-B064-4F4EA84F9E4B}" presName="linear" presStyleCnt="0">
        <dgm:presLayoutVars>
          <dgm:animLvl val="lvl"/>
          <dgm:resizeHandles val="exact"/>
        </dgm:presLayoutVars>
      </dgm:prSet>
      <dgm:spPr/>
    </dgm:pt>
    <dgm:pt modelId="{D5DC013A-CFF0-4A05-804D-EA98ED9C4970}" type="pres">
      <dgm:prSet presAssocID="{28AA5A19-7563-4A76-AB87-758FF23D9709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42EEA32-B4E8-4941-84D3-5249F21830C1}" type="pres">
      <dgm:prSet presAssocID="{28AA5A19-7563-4A76-AB87-758FF23D9709}" presName="childText" presStyleLbl="revTx" presStyleIdx="0" presStyleCnt="4">
        <dgm:presLayoutVars>
          <dgm:bulletEnabled val="1"/>
        </dgm:presLayoutVars>
      </dgm:prSet>
      <dgm:spPr/>
    </dgm:pt>
    <dgm:pt modelId="{E94FB031-56C6-473E-A792-648B81C3F945}" type="pres">
      <dgm:prSet presAssocID="{E505C558-62F9-4D74-9BFF-E22FB1FBF63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BF08627-B493-4A7F-98FC-FF54693F7EC7}" type="pres">
      <dgm:prSet presAssocID="{E505C558-62F9-4D74-9BFF-E22FB1FBF636}" presName="childText" presStyleLbl="revTx" presStyleIdx="1" presStyleCnt="4">
        <dgm:presLayoutVars>
          <dgm:bulletEnabled val="1"/>
        </dgm:presLayoutVars>
      </dgm:prSet>
      <dgm:spPr/>
    </dgm:pt>
    <dgm:pt modelId="{6E2EBF74-A04B-4730-B9E6-57FEE0A49D07}" type="pres">
      <dgm:prSet presAssocID="{61D0AA97-3162-4593-BC72-FF5829A0CE3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3D0F6D5-1E72-4F42-BBF6-54FF221FA394}" type="pres">
      <dgm:prSet presAssocID="{61D0AA97-3162-4593-BC72-FF5829A0CE30}" presName="childText" presStyleLbl="revTx" presStyleIdx="2" presStyleCnt="4">
        <dgm:presLayoutVars>
          <dgm:bulletEnabled val="1"/>
        </dgm:presLayoutVars>
      </dgm:prSet>
      <dgm:spPr/>
    </dgm:pt>
    <dgm:pt modelId="{CD539DD5-B11C-4EA2-B3A7-E769AE2E89BA}" type="pres">
      <dgm:prSet presAssocID="{A4DEEEAE-5162-4441-9863-539B8C7CF52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9921980-5B66-4E1A-9A0F-C4013869B2B2}" type="pres">
      <dgm:prSet presAssocID="{A4DEEEAE-5162-4441-9863-539B8C7CF528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81DEBC04-3AAB-4E37-80A0-10534C512CB1}" type="presOf" srcId="{286840CA-7C8D-4456-B773-E46D3C4BDA03}" destId="{A3D0F6D5-1E72-4F42-BBF6-54FF221FA394}" srcOrd="0" destOrd="1" presId="urn:microsoft.com/office/officeart/2005/8/layout/vList2"/>
    <dgm:cxn modelId="{C1B98522-ACCA-4F5C-A34F-0D460B1BA2FD}" type="presOf" srcId="{1ED36441-9C98-4FCD-B2FC-269247070490}" destId="{1BF08627-B493-4A7F-98FC-FF54693F7EC7}" srcOrd="0" destOrd="0" presId="urn:microsoft.com/office/officeart/2005/8/layout/vList2"/>
    <dgm:cxn modelId="{09B9A223-5E65-492F-9107-06ADF706D1DA}" srcId="{61D0AA97-3162-4593-BC72-FF5829A0CE30}" destId="{F55B75B8-73CA-4914-B0E1-052778CB850C}" srcOrd="0" destOrd="0" parTransId="{12D07EF9-2AB5-4082-95CA-E9C41F3C3054}" sibTransId="{A54C3DAD-3A72-46A3-9012-7DF1F9631DBF}"/>
    <dgm:cxn modelId="{58E5BE26-4E43-495C-A255-082644DF6E79}" srcId="{61D0AA97-3162-4593-BC72-FF5829A0CE30}" destId="{73E0BA9B-378F-4BDA-96F7-ABE88B33B1A1}" srcOrd="2" destOrd="0" parTransId="{336E94C4-BDFC-422E-AC29-D0EBA75CF491}" sibTransId="{D12CB621-C76B-4FCD-B61F-FC096EB9D707}"/>
    <dgm:cxn modelId="{9FCFA92C-9CE9-41C2-A716-042366744A79}" srcId="{28AA5A19-7563-4A76-AB87-758FF23D9709}" destId="{C21FAD05-9D15-4617-BD15-44029D02364C}" srcOrd="1" destOrd="0" parTransId="{20565E14-4A85-44F1-99FC-3CE84BC638F1}" sibTransId="{44339020-EC10-4BEB-B937-45644EEE0878}"/>
    <dgm:cxn modelId="{FFDFA73C-A0BA-4BE0-87B0-C7F1F3DBB8DD}" srcId="{E505C558-62F9-4D74-9BFF-E22FB1FBF636}" destId="{ED31DE3B-A16B-43E4-88AE-9B3CE334C122}" srcOrd="2" destOrd="0" parTransId="{1B39C544-4D23-443F-98CE-9A378345004D}" sibTransId="{B45E8975-2042-4E43-B7AC-CE2DA316016B}"/>
    <dgm:cxn modelId="{24938F60-1571-4014-812C-5839EBBA24B0}" type="presOf" srcId="{A4DEEEAE-5162-4441-9863-539B8C7CF528}" destId="{CD539DD5-B11C-4EA2-B3A7-E769AE2E89BA}" srcOrd="0" destOrd="0" presId="urn:microsoft.com/office/officeart/2005/8/layout/vList2"/>
    <dgm:cxn modelId="{84758461-B952-4C3A-9497-E05A5C6DBC10}" type="presOf" srcId="{AE001798-B417-4622-B5F8-5B6390A0EDFF}" destId="{D42EEA32-B4E8-4941-84D3-5249F21830C1}" srcOrd="0" destOrd="0" presId="urn:microsoft.com/office/officeart/2005/8/layout/vList2"/>
    <dgm:cxn modelId="{D5D9A241-6D5C-4B04-886B-1F1FA668941F}" type="presOf" srcId="{3639D823-81AA-4B75-B714-8B22F05EE77F}" destId="{59921980-5B66-4E1A-9A0F-C4013869B2B2}" srcOrd="0" destOrd="0" presId="urn:microsoft.com/office/officeart/2005/8/layout/vList2"/>
    <dgm:cxn modelId="{8E566C62-B035-47B3-9057-B55C8D3F5093}" type="presOf" srcId="{C21FAD05-9D15-4617-BD15-44029D02364C}" destId="{D42EEA32-B4E8-4941-84D3-5249F21830C1}" srcOrd="0" destOrd="1" presId="urn:microsoft.com/office/officeart/2005/8/layout/vList2"/>
    <dgm:cxn modelId="{02A60365-52B9-47F7-A890-CC203EB42EF5}" srcId="{48C45B41-F591-47B3-B064-4F4EA84F9E4B}" destId="{E505C558-62F9-4D74-9BFF-E22FB1FBF636}" srcOrd="1" destOrd="0" parTransId="{5FA370F6-8084-4BCA-894D-BE3BE66B218B}" sibTransId="{506AEB9A-D1A9-4804-BD41-91E79E973D20}"/>
    <dgm:cxn modelId="{2EFB3D70-06EA-4487-A215-F5AF582063C1}" srcId="{E505C558-62F9-4D74-9BFF-E22FB1FBF636}" destId="{EC938EB5-1104-45DF-BC64-14B242FC5483}" srcOrd="1" destOrd="0" parTransId="{0D5A536D-3A72-4232-B48D-991E5B8B2050}" sibTransId="{BE47F3D9-BF5F-415A-A42C-4B21B861F3B5}"/>
    <dgm:cxn modelId="{EB478A70-0FD6-409C-8E8D-0A4488F0FA84}" srcId="{28AA5A19-7563-4A76-AB87-758FF23D9709}" destId="{E2DD16DB-B4F5-4AB9-B294-0139F36B63B5}" srcOrd="2" destOrd="0" parTransId="{CFAA53B3-24F5-42CF-B7E2-1BF21469F94C}" sibTransId="{820BFB69-19A2-476F-B83A-F7B55B08D6DB}"/>
    <dgm:cxn modelId="{B983F071-F1C9-4AD6-88C3-5C6CB7ED52C6}" srcId="{61D0AA97-3162-4593-BC72-FF5829A0CE30}" destId="{286840CA-7C8D-4456-B773-E46D3C4BDA03}" srcOrd="1" destOrd="0" parTransId="{27670888-740F-4041-81E0-08BC6C6F79EB}" sibTransId="{DBBA4845-F6B4-4413-8D23-B9BC49AD5F32}"/>
    <dgm:cxn modelId="{C65C2685-2FD3-488C-AB72-C2DDDCE4300C}" type="presOf" srcId="{E2DD16DB-B4F5-4AB9-B294-0139F36B63B5}" destId="{D42EEA32-B4E8-4941-84D3-5249F21830C1}" srcOrd="0" destOrd="2" presId="urn:microsoft.com/office/officeart/2005/8/layout/vList2"/>
    <dgm:cxn modelId="{41B1C286-1A58-48AB-BE80-C98D35988749}" type="presOf" srcId="{ED31DE3B-A16B-43E4-88AE-9B3CE334C122}" destId="{1BF08627-B493-4A7F-98FC-FF54693F7EC7}" srcOrd="0" destOrd="2" presId="urn:microsoft.com/office/officeart/2005/8/layout/vList2"/>
    <dgm:cxn modelId="{18396187-6D23-4266-8318-F652F7DE6B6D}" type="presOf" srcId="{E505C558-62F9-4D74-9BFF-E22FB1FBF636}" destId="{E94FB031-56C6-473E-A792-648B81C3F945}" srcOrd="0" destOrd="0" presId="urn:microsoft.com/office/officeart/2005/8/layout/vList2"/>
    <dgm:cxn modelId="{6FEB1E95-D311-4A0C-BFB7-9AD52EE87588}" type="presOf" srcId="{F55B75B8-73CA-4914-B0E1-052778CB850C}" destId="{A3D0F6D5-1E72-4F42-BBF6-54FF221FA394}" srcOrd="0" destOrd="0" presId="urn:microsoft.com/office/officeart/2005/8/layout/vList2"/>
    <dgm:cxn modelId="{29C9EB96-1D9F-443D-BF89-13DE519037AA}" type="presOf" srcId="{28AA5A19-7563-4A76-AB87-758FF23D9709}" destId="{D5DC013A-CFF0-4A05-804D-EA98ED9C4970}" srcOrd="0" destOrd="0" presId="urn:microsoft.com/office/officeart/2005/8/layout/vList2"/>
    <dgm:cxn modelId="{4AA4FB9B-3EAC-4571-9E36-22E74CC41EB1}" type="presOf" srcId="{73E0BA9B-378F-4BDA-96F7-ABE88B33B1A1}" destId="{A3D0F6D5-1E72-4F42-BBF6-54FF221FA394}" srcOrd="0" destOrd="2" presId="urn:microsoft.com/office/officeart/2005/8/layout/vList2"/>
    <dgm:cxn modelId="{7B5C579F-E904-4F7A-8FF3-E6265DB03831}" srcId="{A4DEEEAE-5162-4441-9863-539B8C7CF528}" destId="{3639D823-81AA-4B75-B714-8B22F05EE77F}" srcOrd="0" destOrd="0" parTransId="{EA580C9F-CE61-4CBB-84C5-7AFCF88AC0E4}" sibTransId="{D66BFB33-DE03-4743-98DE-ECB4789EA46D}"/>
    <dgm:cxn modelId="{6DCEF9A6-220C-41C8-817B-E3B2310AD786}" srcId="{28AA5A19-7563-4A76-AB87-758FF23D9709}" destId="{AE001798-B417-4622-B5F8-5B6390A0EDFF}" srcOrd="0" destOrd="0" parTransId="{8F259EE2-5A34-4571-AC1C-98F8D0C47C4D}" sibTransId="{2085CEE1-2A4C-419F-BE22-6257B9ED1B67}"/>
    <dgm:cxn modelId="{BCA79CB2-F714-4181-AB16-98AFDBDE31EC}" srcId="{E505C558-62F9-4D74-9BFF-E22FB1FBF636}" destId="{1ED36441-9C98-4FCD-B2FC-269247070490}" srcOrd="0" destOrd="0" parTransId="{F3E1BB24-032F-4069-A4B3-A8F2BB9A5F64}" sibTransId="{752A354C-0C96-4AA9-8191-DC6C2AD0D1BE}"/>
    <dgm:cxn modelId="{0633CDBB-997A-4474-8EF7-612703BA7E41}" srcId="{48C45B41-F591-47B3-B064-4F4EA84F9E4B}" destId="{61D0AA97-3162-4593-BC72-FF5829A0CE30}" srcOrd="2" destOrd="0" parTransId="{9D758F16-0370-4356-89C7-42FEC11220A3}" sibTransId="{278C2499-FD91-438C-8A93-681CA3477CA8}"/>
    <dgm:cxn modelId="{34CB1ACA-6AD8-4B57-A13D-49780730F257}" srcId="{48C45B41-F591-47B3-B064-4F4EA84F9E4B}" destId="{A4DEEEAE-5162-4441-9863-539B8C7CF528}" srcOrd="3" destOrd="0" parTransId="{7379754B-71D4-4A01-951B-00E55DC8BB13}" sibTransId="{D79CFF1E-9DBA-445B-8DAB-CCBC1B8BA47C}"/>
    <dgm:cxn modelId="{D7D422CE-F521-4896-8B45-0218BEAFCF31}" type="presOf" srcId="{48C45B41-F591-47B3-B064-4F4EA84F9E4B}" destId="{25A7F152-AB6F-472B-88F8-8FB0A744A43B}" srcOrd="0" destOrd="0" presId="urn:microsoft.com/office/officeart/2005/8/layout/vList2"/>
    <dgm:cxn modelId="{83DCAFD2-865A-4B96-9AF3-AD5D0C89B328}" type="presOf" srcId="{61D0AA97-3162-4593-BC72-FF5829A0CE30}" destId="{6E2EBF74-A04B-4730-B9E6-57FEE0A49D07}" srcOrd="0" destOrd="0" presId="urn:microsoft.com/office/officeart/2005/8/layout/vList2"/>
    <dgm:cxn modelId="{230C9CE3-93AF-4C80-A9D7-EA9A044C41AF}" type="presOf" srcId="{EC938EB5-1104-45DF-BC64-14B242FC5483}" destId="{1BF08627-B493-4A7F-98FC-FF54693F7EC7}" srcOrd="0" destOrd="1" presId="urn:microsoft.com/office/officeart/2005/8/layout/vList2"/>
    <dgm:cxn modelId="{8CE0A1EB-9D98-4BD7-A223-0796C90A1F76}" srcId="{48C45B41-F591-47B3-B064-4F4EA84F9E4B}" destId="{28AA5A19-7563-4A76-AB87-758FF23D9709}" srcOrd="0" destOrd="0" parTransId="{9E22B62B-7128-4A73-A488-06BA5FC15962}" sibTransId="{E6343C4E-3BD7-460D-A2E4-BB5F8FC019C3}"/>
    <dgm:cxn modelId="{5290A1E4-85B8-41AC-9788-BFF133E3989B}" type="presParOf" srcId="{25A7F152-AB6F-472B-88F8-8FB0A744A43B}" destId="{D5DC013A-CFF0-4A05-804D-EA98ED9C4970}" srcOrd="0" destOrd="0" presId="urn:microsoft.com/office/officeart/2005/8/layout/vList2"/>
    <dgm:cxn modelId="{7FA3017E-EE32-4B9B-A61E-B85BF8319604}" type="presParOf" srcId="{25A7F152-AB6F-472B-88F8-8FB0A744A43B}" destId="{D42EEA32-B4E8-4941-84D3-5249F21830C1}" srcOrd="1" destOrd="0" presId="urn:microsoft.com/office/officeart/2005/8/layout/vList2"/>
    <dgm:cxn modelId="{D5C8D611-2E7F-4EB5-BF3D-55BB56160E9C}" type="presParOf" srcId="{25A7F152-AB6F-472B-88F8-8FB0A744A43B}" destId="{E94FB031-56C6-473E-A792-648B81C3F945}" srcOrd="2" destOrd="0" presId="urn:microsoft.com/office/officeart/2005/8/layout/vList2"/>
    <dgm:cxn modelId="{6CF29A84-2D60-4258-8458-C414FBBC74D4}" type="presParOf" srcId="{25A7F152-AB6F-472B-88F8-8FB0A744A43B}" destId="{1BF08627-B493-4A7F-98FC-FF54693F7EC7}" srcOrd="3" destOrd="0" presId="urn:microsoft.com/office/officeart/2005/8/layout/vList2"/>
    <dgm:cxn modelId="{665401E6-57A6-4924-A4E7-1E367D49D155}" type="presParOf" srcId="{25A7F152-AB6F-472B-88F8-8FB0A744A43B}" destId="{6E2EBF74-A04B-4730-B9E6-57FEE0A49D07}" srcOrd="4" destOrd="0" presId="urn:microsoft.com/office/officeart/2005/8/layout/vList2"/>
    <dgm:cxn modelId="{A61C0620-669C-4831-B4D3-3ED622643E86}" type="presParOf" srcId="{25A7F152-AB6F-472B-88F8-8FB0A744A43B}" destId="{A3D0F6D5-1E72-4F42-BBF6-54FF221FA394}" srcOrd="5" destOrd="0" presId="urn:microsoft.com/office/officeart/2005/8/layout/vList2"/>
    <dgm:cxn modelId="{A2555FE4-CEB2-4F1E-8B2D-6695CEE19FBB}" type="presParOf" srcId="{25A7F152-AB6F-472B-88F8-8FB0A744A43B}" destId="{CD539DD5-B11C-4EA2-B3A7-E769AE2E89BA}" srcOrd="6" destOrd="0" presId="urn:microsoft.com/office/officeart/2005/8/layout/vList2"/>
    <dgm:cxn modelId="{CB08CB63-6416-4E2B-83D0-8FD6F3005B61}" type="presParOf" srcId="{25A7F152-AB6F-472B-88F8-8FB0A744A43B}" destId="{59921980-5B66-4E1A-9A0F-C4013869B2B2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5128D40-EEB2-415B-8185-DED51F60C2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7C9F87-A405-479D-BFF1-C1AC23847E2C}">
      <dgm:prSet/>
      <dgm:spPr/>
      <dgm:t>
        <a:bodyPr/>
        <a:lstStyle/>
        <a:p>
          <a:r>
            <a:rPr lang="fr-FR" b="1"/>
            <a:t>Géométrie de la cuve</a:t>
          </a:r>
          <a:endParaRPr lang="en-US"/>
        </a:p>
      </dgm:t>
    </dgm:pt>
    <dgm:pt modelId="{8F835E5B-A248-4538-BB7A-04C22978FFFD}" type="parTrans" cxnId="{6A0BE400-DEB2-4F61-81B6-1575939F31B0}">
      <dgm:prSet/>
      <dgm:spPr/>
      <dgm:t>
        <a:bodyPr/>
        <a:lstStyle/>
        <a:p>
          <a:endParaRPr lang="en-US"/>
        </a:p>
      </dgm:t>
    </dgm:pt>
    <dgm:pt modelId="{FC91030B-935A-40E2-BA80-6676B52505C0}" type="sibTrans" cxnId="{6A0BE400-DEB2-4F61-81B6-1575939F31B0}">
      <dgm:prSet/>
      <dgm:spPr/>
      <dgm:t>
        <a:bodyPr/>
        <a:lstStyle/>
        <a:p>
          <a:endParaRPr lang="en-US"/>
        </a:p>
      </dgm:t>
    </dgm:pt>
    <dgm:pt modelId="{4048E0BE-1F3D-482F-944A-6945306283D5}">
      <dgm:prSet/>
      <dgm:spPr/>
      <dgm:t>
        <a:bodyPr/>
        <a:lstStyle/>
        <a:p>
          <a:r>
            <a:rPr lang="fr-FR" dirty="0"/>
            <a:t>Cuve cylindrique mince verticale</a:t>
          </a:r>
          <a:endParaRPr lang="en-US" dirty="0"/>
        </a:p>
      </dgm:t>
    </dgm:pt>
    <dgm:pt modelId="{BE750143-E460-4727-B255-26E3642119B0}" type="parTrans" cxnId="{42BE98FD-79BE-4D5F-94AB-19C90A09C7F0}">
      <dgm:prSet/>
      <dgm:spPr/>
      <dgm:t>
        <a:bodyPr/>
        <a:lstStyle/>
        <a:p>
          <a:endParaRPr lang="en-US"/>
        </a:p>
      </dgm:t>
    </dgm:pt>
    <dgm:pt modelId="{5BBC3CE4-0C36-4B2D-9948-57BB492AA41E}" type="sibTrans" cxnId="{42BE98FD-79BE-4D5F-94AB-19C90A09C7F0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9CD8129-234F-4C02-AF33-ED3390D5FA0A}">
          <dgm:prSet/>
          <dgm:spPr/>
          <dgm:t>
            <a:bodyPr/>
            <a:lstStyle/>
            <a:p>
              <a:r>
                <a:rPr lang="fr-FR" dirty="0"/>
                <a:t>Rayon : </a:t>
              </a:r>
              <a14:m>
                <m:oMath xmlns:m="http://schemas.openxmlformats.org/officeDocument/2006/math">
                  <m:r>
                    <a:rPr lang="fr-FR" i="1">
                      <a:latin typeface="Cambria Math" panose="02040503050406030204" pitchFamily="18" charset="0"/>
                    </a:rPr>
                    <m:t>𝑅</m:t>
                  </m:r>
                  <m:r>
                    <a:rPr lang="fr-FR">
                      <a:latin typeface="Cambria Math" panose="02040503050406030204" pitchFamily="18" charset="0"/>
                    </a:rPr>
                    <m:t>=</m:t>
                  </m:r>
                  <m:r>
                    <a:rPr lang="fr-FR">
                      <a:latin typeface="Cambria Math" panose="02040503050406030204" pitchFamily="18" charset="0"/>
                    </a:rPr>
                    <m:t>3</m:t>
                  </m:r>
                  <m:r>
                    <m:rPr>
                      <m:nor/>
                    </m:rPr>
                    <a:rPr lang="fr-FR" i="1"/>
                    <m:t> </m:t>
                  </m:r>
                  <m:r>
                    <m:rPr>
                      <m:nor/>
                    </m:rPr>
                    <a:rPr lang="fr-FR" i="1"/>
                    <m:t>m</m:t>
                  </m:r>
                </m:oMath>
              </a14:m>
              <a:endParaRPr lang="en-US" dirty="0"/>
            </a:p>
          </dgm:t>
        </dgm:pt>
      </mc:Choice>
      <mc:Fallback xmlns="">
        <dgm:pt modelId="{59CD8129-234F-4C02-AF33-ED3390D5FA0A}">
          <dgm:prSet/>
          <dgm:spPr/>
          <dgm:t>
            <a:bodyPr/>
            <a:lstStyle/>
            <a:p>
              <a:r>
                <a:rPr lang="fr-FR" dirty="0"/>
                <a:t>Rayon : </a:t>
              </a:r>
              <a:r>
                <a:rPr lang="fr-FR" i="0"/>
                <a:t>𝑅=3</a:t>
              </a:r>
              <a:r>
                <a:rPr lang="fr-FR" i="0">
                  <a:latin typeface="Cambria Math" panose="02040503050406030204" pitchFamily="18" charset="0"/>
                </a:rPr>
                <a:t>" m</a:t>
              </a:r>
              <a:r>
                <a:rPr lang="en-US" i="0"/>
                <a:t>"</a:t>
              </a:r>
              <a:endParaRPr lang="en-US" dirty="0"/>
            </a:p>
          </dgm:t>
        </dgm:pt>
      </mc:Fallback>
    </mc:AlternateContent>
    <dgm:pt modelId="{85268E8B-F6B8-41D1-A6A9-CB2173B71993}" type="parTrans" cxnId="{80CD5FDF-5A92-4F32-9391-7A870C5F6E41}">
      <dgm:prSet/>
      <dgm:spPr/>
      <dgm:t>
        <a:bodyPr/>
        <a:lstStyle/>
        <a:p>
          <a:endParaRPr lang="en-US"/>
        </a:p>
      </dgm:t>
    </dgm:pt>
    <dgm:pt modelId="{0BFEEDE9-BB19-4B02-A0F8-097EF5B4363D}" type="sibTrans" cxnId="{80CD5FDF-5A92-4F32-9391-7A870C5F6E41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7A9A090-94C4-48F8-8066-D1FDDF271ACB}">
          <dgm:prSet/>
          <dgm:spPr/>
          <dgm:t>
            <a:bodyPr/>
            <a:lstStyle/>
            <a:p>
              <a:r>
                <a:rPr lang="fr-FR" dirty="0"/>
                <a:t>Hauteur : </a:t>
              </a:r>
              <a14:m>
                <m:oMath xmlns:m="http://schemas.openxmlformats.org/officeDocument/2006/math">
                  <m:r>
                    <a:rPr lang="fr-FR" i="1">
                      <a:latin typeface="Cambria Math" panose="02040503050406030204" pitchFamily="18" charset="0"/>
                    </a:rPr>
                    <m:t>𝐻</m:t>
                  </m:r>
                  <m:r>
                    <a:rPr lang="fr-FR">
                      <a:latin typeface="Cambria Math" panose="02040503050406030204" pitchFamily="18" charset="0"/>
                    </a:rPr>
                    <m:t>=</m:t>
                  </m:r>
                  <m:r>
                    <a:rPr lang="fr-FR">
                      <a:latin typeface="Cambria Math" panose="02040503050406030204" pitchFamily="18" charset="0"/>
                    </a:rPr>
                    <m:t>10</m:t>
                  </m:r>
                  <m:r>
                    <a:rPr lang="fr-FR">
                      <a:latin typeface="Cambria Math" panose="02040503050406030204" pitchFamily="18" charset="0"/>
                    </a:rPr>
                    <m:t>,</m:t>
                  </m:r>
                  <m:r>
                    <a:rPr lang="fr-FR">
                      <a:latin typeface="Cambria Math" panose="02040503050406030204" pitchFamily="18" charset="0"/>
                    </a:rPr>
                    <m:t>5</m:t>
                  </m:r>
                  <m:r>
                    <m:rPr>
                      <m:nor/>
                    </m:rPr>
                    <a:rPr lang="fr-FR" i="1"/>
                    <m:t> </m:t>
                  </m:r>
                  <m:r>
                    <m:rPr>
                      <m:nor/>
                    </m:rPr>
                    <a:rPr lang="fr-FR" i="1"/>
                    <m:t>m</m:t>
                  </m:r>
                </m:oMath>
              </a14:m>
              <a:endParaRPr lang="en-US" dirty="0"/>
            </a:p>
          </dgm:t>
        </dgm:pt>
      </mc:Choice>
      <mc:Fallback xmlns="">
        <dgm:pt modelId="{07A9A090-94C4-48F8-8066-D1FDDF271ACB}">
          <dgm:prSet/>
          <dgm:spPr/>
          <dgm:t>
            <a:bodyPr/>
            <a:lstStyle/>
            <a:p>
              <a:r>
                <a:rPr lang="fr-FR" dirty="0"/>
                <a:t>Hauteur : </a:t>
              </a:r>
              <a:r>
                <a:rPr lang="fr-FR" i="0"/>
                <a:t>𝐻=10,5</a:t>
              </a:r>
              <a:r>
                <a:rPr lang="fr-FR" i="0">
                  <a:latin typeface="Cambria Math" panose="02040503050406030204" pitchFamily="18" charset="0"/>
                </a:rPr>
                <a:t>" m</a:t>
              </a:r>
              <a:r>
                <a:rPr lang="en-US" i="0"/>
                <a:t>"</a:t>
              </a:r>
              <a:endParaRPr lang="en-US" dirty="0"/>
            </a:p>
          </dgm:t>
        </dgm:pt>
      </mc:Fallback>
    </mc:AlternateContent>
    <dgm:pt modelId="{2FCCC486-0CA7-48BB-9128-F07AD76C10F4}" type="parTrans" cxnId="{CCA9C34C-9721-4913-8046-61464E3F824A}">
      <dgm:prSet/>
      <dgm:spPr/>
      <dgm:t>
        <a:bodyPr/>
        <a:lstStyle/>
        <a:p>
          <a:endParaRPr lang="en-US"/>
        </a:p>
      </dgm:t>
    </dgm:pt>
    <dgm:pt modelId="{5C7F1952-E937-42C5-A0D4-6592FF4A61F7}" type="sibTrans" cxnId="{CCA9C34C-9721-4913-8046-61464E3F824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8BCD062-1548-4594-A5E1-B7A612127568}">
          <dgm:prSet/>
          <dgm:spPr/>
          <dgm:t>
            <a:bodyPr/>
            <a:lstStyle/>
            <a:p>
              <a:r>
                <a:rPr lang="fr-FR" dirty="0"/>
                <a:t>Épaisseur constante : </a:t>
              </a:r>
              <a14:m>
                <m:oMath xmlns:m="http://schemas.openxmlformats.org/officeDocument/2006/math">
                  <m:r>
                    <a:rPr lang="fr-FR" i="1">
                      <a:latin typeface="Cambria Math" panose="02040503050406030204" pitchFamily="18" charset="0"/>
                    </a:rPr>
                    <m:t>𝑒</m:t>
                  </m:r>
                  <m:r>
                    <a:rPr lang="fr-FR">
                      <a:latin typeface="Cambria Math" panose="02040503050406030204" pitchFamily="18" charset="0"/>
                    </a:rPr>
                    <m:t>=</m:t>
                  </m:r>
                  <m:r>
                    <a:rPr lang="fr-FR">
                      <a:latin typeface="Cambria Math" panose="02040503050406030204" pitchFamily="18" charset="0"/>
                    </a:rPr>
                    <m:t>0</m:t>
                  </m:r>
                  <m:r>
                    <a:rPr lang="fr-FR">
                      <a:latin typeface="Cambria Math" panose="02040503050406030204" pitchFamily="18" charset="0"/>
                    </a:rPr>
                    <m:t>,</m:t>
                  </m:r>
                  <m:r>
                    <a:rPr lang="fr-FR">
                      <a:latin typeface="Cambria Math" panose="02040503050406030204" pitchFamily="18" charset="0"/>
                    </a:rPr>
                    <m:t>01</m:t>
                  </m:r>
                  <m:r>
                    <m:rPr>
                      <m:nor/>
                    </m:rPr>
                    <a:rPr lang="fr-FR" i="1"/>
                    <m:t> </m:t>
                  </m:r>
                  <m:r>
                    <m:rPr>
                      <m:nor/>
                    </m:rPr>
                    <a:rPr lang="fr-FR" i="1"/>
                    <m:t>m</m:t>
                  </m:r>
                </m:oMath>
              </a14:m>
              <a:endParaRPr lang="en-US" dirty="0"/>
            </a:p>
          </dgm:t>
        </dgm:pt>
      </mc:Choice>
      <mc:Fallback xmlns="">
        <dgm:pt modelId="{88BCD062-1548-4594-A5E1-B7A612127568}">
          <dgm:prSet/>
          <dgm:spPr/>
          <dgm:t>
            <a:bodyPr/>
            <a:lstStyle/>
            <a:p>
              <a:r>
                <a:rPr lang="fr-FR" dirty="0"/>
                <a:t>Épaisseur constante : </a:t>
              </a:r>
              <a:r>
                <a:rPr lang="fr-FR" i="0"/>
                <a:t>𝑒=0,01</a:t>
              </a:r>
              <a:r>
                <a:rPr lang="fr-FR" i="0">
                  <a:latin typeface="Cambria Math" panose="02040503050406030204" pitchFamily="18" charset="0"/>
                </a:rPr>
                <a:t>" m</a:t>
              </a:r>
              <a:r>
                <a:rPr lang="en-US" i="0"/>
                <a:t>"</a:t>
              </a:r>
              <a:endParaRPr lang="en-US" dirty="0"/>
            </a:p>
          </dgm:t>
        </dgm:pt>
      </mc:Fallback>
    </mc:AlternateContent>
    <dgm:pt modelId="{8E108770-4022-4EEE-B660-AE2071EE21C1}" type="parTrans" cxnId="{E0EE69A4-FCE5-4A99-98D9-0C227DCC0D39}">
      <dgm:prSet/>
      <dgm:spPr/>
      <dgm:t>
        <a:bodyPr/>
        <a:lstStyle/>
        <a:p>
          <a:endParaRPr lang="en-US"/>
        </a:p>
      </dgm:t>
    </dgm:pt>
    <dgm:pt modelId="{B4E9EE5E-068A-4AD6-9F54-6A18FDCDC325}" type="sibTrans" cxnId="{E0EE69A4-FCE5-4A99-98D9-0C227DCC0D39}">
      <dgm:prSet/>
      <dgm:spPr/>
      <dgm:t>
        <a:bodyPr/>
        <a:lstStyle/>
        <a:p>
          <a:endParaRPr lang="en-US"/>
        </a:p>
      </dgm:t>
    </dgm:pt>
    <dgm:pt modelId="{BF26F521-63D7-4D50-8431-0D9DC4705F97}">
      <dgm:prSet/>
      <dgm:spPr/>
      <dgm:t>
        <a:bodyPr/>
        <a:lstStyle/>
        <a:p>
          <a:r>
            <a:rPr lang="fr-FR" b="1" dirty="0"/>
            <a:t>Hypothèses de modélisation</a:t>
          </a:r>
          <a:endParaRPr lang="en-US" dirty="0"/>
        </a:p>
      </dgm:t>
    </dgm:pt>
    <dgm:pt modelId="{4DD2D1A0-CF53-433B-9818-306E471775C8}" type="parTrans" cxnId="{6EDB03FC-EC7A-4363-956D-CB7A1D9A5CD9}">
      <dgm:prSet/>
      <dgm:spPr/>
      <dgm:t>
        <a:bodyPr/>
        <a:lstStyle/>
        <a:p>
          <a:endParaRPr lang="en-US"/>
        </a:p>
      </dgm:t>
    </dgm:pt>
    <dgm:pt modelId="{2451633A-4ECB-4877-B263-EAF403CD62C4}" type="sibTrans" cxnId="{6EDB03FC-EC7A-4363-956D-CB7A1D9A5CD9}">
      <dgm:prSet/>
      <dgm:spPr/>
      <dgm:t>
        <a:bodyPr/>
        <a:lstStyle/>
        <a:p>
          <a:endParaRPr lang="en-US"/>
        </a:p>
      </dgm:t>
    </dgm:pt>
    <dgm:pt modelId="{5F7F2B0D-23A6-4CBC-BDF7-5DF50B770891}">
      <dgm:prSet/>
      <dgm:spPr/>
      <dgm:t>
        <a:bodyPr/>
        <a:lstStyle/>
        <a:p>
          <a:r>
            <a:rPr lang="fr-FR" dirty="0"/>
            <a:t>Comportement linéaire élastique</a:t>
          </a:r>
          <a:endParaRPr lang="en-US" dirty="0"/>
        </a:p>
      </dgm:t>
    </dgm:pt>
    <dgm:pt modelId="{95DD38E6-F376-4B53-8199-BA5D34B770C1}" type="parTrans" cxnId="{E5894BAE-FB78-494A-BFD0-25A927773A5E}">
      <dgm:prSet/>
      <dgm:spPr/>
      <dgm:t>
        <a:bodyPr/>
        <a:lstStyle/>
        <a:p>
          <a:endParaRPr lang="en-US"/>
        </a:p>
      </dgm:t>
    </dgm:pt>
    <dgm:pt modelId="{5856F3B0-6CFD-4CFF-95B5-C7E97944CCA1}" type="sibTrans" cxnId="{E5894BAE-FB78-494A-BFD0-25A927773A5E}">
      <dgm:prSet/>
      <dgm:spPr/>
      <dgm:t>
        <a:bodyPr/>
        <a:lstStyle/>
        <a:p>
          <a:endParaRPr lang="en-US"/>
        </a:p>
      </dgm:t>
    </dgm:pt>
    <dgm:pt modelId="{556DB836-0D91-4203-B7EF-920A43104A84}">
      <dgm:prSet/>
      <dgm:spPr/>
      <dgm:t>
        <a:bodyPr/>
        <a:lstStyle/>
        <a:p>
          <a:r>
            <a:rPr lang="fr-FR" dirty="0"/>
            <a:t>Matériau isotrope</a:t>
          </a:r>
          <a:endParaRPr lang="en-US" dirty="0"/>
        </a:p>
      </dgm:t>
    </dgm:pt>
    <dgm:pt modelId="{CD332075-FBFE-40A6-A722-749E1393D9D5}" type="parTrans" cxnId="{19FA65DE-DC00-440B-9FE8-6F96457D169F}">
      <dgm:prSet/>
      <dgm:spPr/>
      <dgm:t>
        <a:bodyPr/>
        <a:lstStyle/>
        <a:p>
          <a:endParaRPr lang="en-US"/>
        </a:p>
      </dgm:t>
    </dgm:pt>
    <dgm:pt modelId="{8E9314F7-5DC7-4B33-9870-BC6E14AD5BB1}" type="sibTrans" cxnId="{19FA65DE-DC00-440B-9FE8-6F96457D169F}">
      <dgm:prSet/>
      <dgm:spPr/>
      <dgm:t>
        <a:bodyPr/>
        <a:lstStyle/>
        <a:p>
          <a:endParaRPr lang="en-US"/>
        </a:p>
      </dgm:t>
    </dgm:pt>
    <dgm:pt modelId="{AD4005F1-2590-42DA-8336-AF12CA0E2A5D}">
      <dgm:prSet/>
      <dgm:spPr/>
      <dgm:t>
        <a:bodyPr/>
        <a:lstStyle/>
        <a:p>
          <a:r>
            <a:rPr lang="fr-FR" dirty="0"/>
            <a:t>Petites déformations</a:t>
          </a:r>
          <a:endParaRPr lang="en-US" dirty="0"/>
        </a:p>
      </dgm:t>
    </dgm:pt>
    <dgm:pt modelId="{EDCCD32D-9825-4AD7-8F67-3F5D728E8012}" type="parTrans" cxnId="{38C05465-CC17-45EF-8901-6266FD815568}">
      <dgm:prSet/>
      <dgm:spPr/>
      <dgm:t>
        <a:bodyPr/>
        <a:lstStyle/>
        <a:p>
          <a:endParaRPr lang="en-US"/>
        </a:p>
      </dgm:t>
    </dgm:pt>
    <dgm:pt modelId="{707A7F12-45B9-46B6-8725-E23E3940FA3D}" type="sibTrans" cxnId="{38C05465-CC17-45EF-8901-6266FD815568}">
      <dgm:prSet/>
      <dgm:spPr/>
      <dgm:t>
        <a:bodyPr/>
        <a:lstStyle/>
        <a:p>
          <a:endParaRPr lang="en-US"/>
        </a:p>
      </dgm:t>
    </dgm:pt>
    <dgm:pt modelId="{434A8362-BB1E-4A31-BBC9-D68131EA828A}">
      <dgm:prSet/>
      <dgm:spPr/>
      <dgm:t>
        <a:bodyPr/>
        <a:lstStyle/>
        <a:p>
          <a:r>
            <a:rPr lang="fr-FR" dirty="0"/>
            <a:t>Absence </a:t>
          </a:r>
          <a:r>
            <a:rPr lang="fr-FR"/>
            <a:t>d’imperfections géométriques</a:t>
          </a:r>
          <a:endParaRPr lang="en-US" dirty="0"/>
        </a:p>
      </dgm:t>
    </dgm:pt>
    <dgm:pt modelId="{D60289B0-FA0B-44BD-9EAE-E6717B953719}" type="parTrans" cxnId="{2FF27380-E8B3-4654-8B60-CDCB6C55C4FA}">
      <dgm:prSet/>
      <dgm:spPr/>
      <dgm:t>
        <a:bodyPr/>
        <a:lstStyle/>
        <a:p>
          <a:endParaRPr lang="en-US"/>
        </a:p>
      </dgm:t>
    </dgm:pt>
    <dgm:pt modelId="{717EB849-3EB7-445C-87A3-2B1A9FC98A77}" type="sibTrans" cxnId="{2FF27380-E8B3-4654-8B60-CDCB6C55C4FA}">
      <dgm:prSet/>
      <dgm:spPr/>
      <dgm:t>
        <a:bodyPr/>
        <a:lstStyle/>
        <a:p>
          <a:endParaRPr lang="en-US"/>
        </a:p>
      </dgm:t>
    </dgm:pt>
    <dgm:pt modelId="{3CC99493-D3D6-4071-A858-E49D025B122D}">
      <dgm:prSet/>
      <dgm:spPr/>
      <dgm:t>
        <a:bodyPr/>
        <a:lstStyle/>
        <a:p>
          <a:r>
            <a:rPr lang="fr-FR" b="1" dirty="0"/>
            <a:t>Type d’éléments</a:t>
          </a:r>
          <a:endParaRPr lang="en-US" dirty="0"/>
        </a:p>
      </dgm:t>
    </dgm:pt>
    <dgm:pt modelId="{4EB5A1C8-371D-45A1-B4A8-35C71D112434}" type="parTrans" cxnId="{1633B340-1AF6-496C-85AF-FF87C7EF7A8F}">
      <dgm:prSet/>
      <dgm:spPr/>
      <dgm:t>
        <a:bodyPr/>
        <a:lstStyle/>
        <a:p>
          <a:endParaRPr lang="en-US"/>
        </a:p>
      </dgm:t>
    </dgm:pt>
    <dgm:pt modelId="{6F8D9179-C9AB-4454-B943-10D1872946D6}" type="sibTrans" cxnId="{1633B340-1AF6-496C-85AF-FF87C7EF7A8F}">
      <dgm:prSet/>
      <dgm:spPr/>
      <dgm:t>
        <a:bodyPr/>
        <a:lstStyle/>
        <a:p>
          <a:endParaRPr lang="en-US"/>
        </a:p>
      </dgm:t>
    </dgm:pt>
    <dgm:pt modelId="{8A279BE6-B954-4540-B5C7-A99C974F434A}">
      <dgm:prSet/>
      <dgm:spPr/>
      <dgm:t>
        <a:bodyPr/>
        <a:lstStyle/>
        <a:p>
          <a:r>
            <a:rPr lang="fr-FR" dirty="0"/>
            <a:t>Éléments quad, propriétés coques 2D (Adaptés aux structures minces)</a:t>
          </a:r>
          <a:endParaRPr lang="en-US" dirty="0"/>
        </a:p>
      </dgm:t>
    </dgm:pt>
    <dgm:pt modelId="{EF13A1C6-B61D-4601-91D0-E9FA2F22C061}" type="parTrans" cxnId="{03ADD512-661D-42A3-A16C-E137ED49C110}">
      <dgm:prSet/>
      <dgm:spPr/>
      <dgm:t>
        <a:bodyPr/>
        <a:lstStyle/>
        <a:p>
          <a:endParaRPr lang="en-US"/>
        </a:p>
      </dgm:t>
    </dgm:pt>
    <dgm:pt modelId="{E5E2E7EA-6B91-45EE-A6DC-436B8D1E2BFE}" type="sibTrans" cxnId="{03ADD512-661D-42A3-A16C-E137ED49C110}">
      <dgm:prSet/>
      <dgm:spPr/>
      <dgm:t>
        <a:bodyPr/>
        <a:lstStyle/>
        <a:p>
          <a:endParaRPr lang="en-US"/>
        </a:p>
      </dgm:t>
    </dgm:pt>
    <dgm:pt modelId="{E2707D0A-C7DE-4C2D-81D2-202933F15B77}" type="pres">
      <dgm:prSet presAssocID="{05128D40-EEB2-415B-8185-DED51F60C228}" presName="linear" presStyleCnt="0">
        <dgm:presLayoutVars>
          <dgm:animLvl val="lvl"/>
          <dgm:resizeHandles val="exact"/>
        </dgm:presLayoutVars>
      </dgm:prSet>
      <dgm:spPr/>
    </dgm:pt>
    <dgm:pt modelId="{BA4CB163-1B1B-42CB-83DB-900FB0A4836F}" type="pres">
      <dgm:prSet presAssocID="{2E7C9F87-A405-479D-BFF1-C1AC23847E2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5BF5490-265D-49A0-8B25-EA0CCA40BF25}" type="pres">
      <dgm:prSet presAssocID="{2E7C9F87-A405-479D-BFF1-C1AC23847E2C}" presName="childText" presStyleLbl="revTx" presStyleIdx="0" presStyleCnt="3">
        <dgm:presLayoutVars>
          <dgm:bulletEnabled val="1"/>
        </dgm:presLayoutVars>
      </dgm:prSet>
      <dgm:spPr/>
    </dgm:pt>
    <dgm:pt modelId="{9F5A98FB-837F-463A-9FD4-33FAC87031C0}" type="pres">
      <dgm:prSet presAssocID="{BF26F521-63D7-4D50-8431-0D9DC4705F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3BCBE1-9DC9-4A31-A1F9-450352563E63}" type="pres">
      <dgm:prSet presAssocID="{BF26F521-63D7-4D50-8431-0D9DC4705F97}" presName="childText" presStyleLbl="revTx" presStyleIdx="1" presStyleCnt="3">
        <dgm:presLayoutVars>
          <dgm:bulletEnabled val="1"/>
        </dgm:presLayoutVars>
      </dgm:prSet>
      <dgm:spPr/>
    </dgm:pt>
    <dgm:pt modelId="{1921E78B-9935-4895-BD55-A315068717EC}" type="pres">
      <dgm:prSet presAssocID="{3CC99493-D3D6-4071-A858-E49D025B122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C2C1315-DFC9-4040-B9EB-BCACFB3DD378}" type="pres">
      <dgm:prSet presAssocID="{3CC99493-D3D6-4071-A858-E49D025B122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A0BE400-DEB2-4F61-81B6-1575939F31B0}" srcId="{05128D40-EEB2-415B-8185-DED51F60C228}" destId="{2E7C9F87-A405-479D-BFF1-C1AC23847E2C}" srcOrd="0" destOrd="0" parTransId="{8F835E5B-A248-4538-BB7A-04C22978FFFD}" sibTransId="{FC91030B-935A-40E2-BA80-6676B52505C0}"/>
    <dgm:cxn modelId="{5DE8BD01-1196-449D-ABD6-A23CE349C694}" type="presOf" srcId="{2E7C9F87-A405-479D-BFF1-C1AC23847E2C}" destId="{BA4CB163-1B1B-42CB-83DB-900FB0A4836F}" srcOrd="0" destOrd="0" presId="urn:microsoft.com/office/officeart/2005/8/layout/vList2"/>
    <dgm:cxn modelId="{03ADD512-661D-42A3-A16C-E137ED49C110}" srcId="{3CC99493-D3D6-4071-A858-E49D025B122D}" destId="{8A279BE6-B954-4540-B5C7-A99C974F434A}" srcOrd="0" destOrd="0" parTransId="{EF13A1C6-B61D-4601-91D0-E9FA2F22C061}" sibTransId="{E5E2E7EA-6B91-45EE-A6DC-436B8D1E2BFE}"/>
    <dgm:cxn modelId="{73A73814-7BCD-4387-8BC8-BF62CB8A0A3E}" type="presOf" srcId="{88BCD062-1548-4594-A5E1-B7A612127568}" destId="{55BF5490-265D-49A0-8B25-EA0CCA40BF25}" srcOrd="0" destOrd="3" presId="urn:microsoft.com/office/officeart/2005/8/layout/vList2"/>
    <dgm:cxn modelId="{A0F15819-922B-40CE-AFD7-C84A8093A522}" type="presOf" srcId="{8A279BE6-B954-4540-B5C7-A99C974F434A}" destId="{2C2C1315-DFC9-4040-B9EB-BCACFB3DD378}" srcOrd="0" destOrd="0" presId="urn:microsoft.com/office/officeart/2005/8/layout/vList2"/>
    <dgm:cxn modelId="{317C672F-C01A-47C8-A52B-1F46A3E01AE4}" type="presOf" srcId="{434A8362-BB1E-4A31-BBC9-D68131EA828A}" destId="{8E3BCBE1-9DC9-4A31-A1F9-450352563E63}" srcOrd="0" destOrd="3" presId="urn:microsoft.com/office/officeart/2005/8/layout/vList2"/>
    <dgm:cxn modelId="{BFE36732-7605-4983-8BAD-875DA2E42482}" type="presOf" srcId="{59CD8129-234F-4C02-AF33-ED3390D5FA0A}" destId="{55BF5490-265D-49A0-8B25-EA0CCA40BF25}" srcOrd="0" destOrd="1" presId="urn:microsoft.com/office/officeart/2005/8/layout/vList2"/>
    <dgm:cxn modelId="{1633B340-1AF6-496C-85AF-FF87C7EF7A8F}" srcId="{05128D40-EEB2-415B-8185-DED51F60C228}" destId="{3CC99493-D3D6-4071-A858-E49D025B122D}" srcOrd="2" destOrd="0" parTransId="{4EB5A1C8-371D-45A1-B4A8-35C71D112434}" sibTransId="{6F8D9179-C9AB-4454-B943-10D1872946D6}"/>
    <dgm:cxn modelId="{38C05465-CC17-45EF-8901-6266FD815568}" srcId="{BF26F521-63D7-4D50-8431-0D9DC4705F97}" destId="{AD4005F1-2590-42DA-8336-AF12CA0E2A5D}" srcOrd="2" destOrd="0" parTransId="{EDCCD32D-9825-4AD7-8F67-3F5D728E8012}" sibTransId="{707A7F12-45B9-46B6-8725-E23E3940FA3D}"/>
    <dgm:cxn modelId="{CCA9C34C-9721-4913-8046-61464E3F824A}" srcId="{2E7C9F87-A405-479D-BFF1-C1AC23847E2C}" destId="{07A9A090-94C4-48F8-8066-D1FDDF271ACB}" srcOrd="2" destOrd="0" parTransId="{2FCCC486-0CA7-48BB-9128-F07AD76C10F4}" sibTransId="{5C7F1952-E937-42C5-A0D4-6592FF4A61F7}"/>
    <dgm:cxn modelId="{D8971A70-E4CE-489C-BF1D-B4A7F9A31C6F}" type="presOf" srcId="{3CC99493-D3D6-4071-A858-E49D025B122D}" destId="{1921E78B-9935-4895-BD55-A315068717EC}" srcOrd="0" destOrd="0" presId="urn:microsoft.com/office/officeart/2005/8/layout/vList2"/>
    <dgm:cxn modelId="{B80D387E-6D2D-46F5-9F3C-D046DEB5EA0D}" type="presOf" srcId="{556DB836-0D91-4203-B7EF-920A43104A84}" destId="{8E3BCBE1-9DC9-4A31-A1F9-450352563E63}" srcOrd="0" destOrd="1" presId="urn:microsoft.com/office/officeart/2005/8/layout/vList2"/>
    <dgm:cxn modelId="{2FF27380-E8B3-4654-8B60-CDCB6C55C4FA}" srcId="{BF26F521-63D7-4D50-8431-0D9DC4705F97}" destId="{434A8362-BB1E-4A31-BBC9-D68131EA828A}" srcOrd="3" destOrd="0" parTransId="{D60289B0-FA0B-44BD-9EAE-E6717B953719}" sibTransId="{717EB849-3EB7-445C-87A3-2B1A9FC98A77}"/>
    <dgm:cxn modelId="{B95CC381-7DA9-4AF1-A23A-2EB33B44A433}" type="presOf" srcId="{07A9A090-94C4-48F8-8066-D1FDDF271ACB}" destId="{55BF5490-265D-49A0-8B25-EA0CCA40BF25}" srcOrd="0" destOrd="2" presId="urn:microsoft.com/office/officeart/2005/8/layout/vList2"/>
    <dgm:cxn modelId="{E59E2699-D73F-44B2-BC3B-519E4B93CF08}" type="presOf" srcId="{AD4005F1-2590-42DA-8336-AF12CA0E2A5D}" destId="{8E3BCBE1-9DC9-4A31-A1F9-450352563E63}" srcOrd="0" destOrd="2" presId="urn:microsoft.com/office/officeart/2005/8/layout/vList2"/>
    <dgm:cxn modelId="{E0EE69A4-FCE5-4A99-98D9-0C227DCC0D39}" srcId="{2E7C9F87-A405-479D-BFF1-C1AC23847E2C}" destId="{88BCD062-1548-4594-A5E1-B7A612127568}" srcOrd="3" destOrd="0" parTransId="{8E108770-4022-4EEE-B660-AE2071EE21C1}" sibTransId="{B4E9EE5E-068A-4AD6-9F54-6A18FDCDC325}"/>
    <dgm:cxn modelId="{E5894BAE-FB78-494A-BFD0-25A927773A5E}" srcId="{BF26F521-63D7-4D50-8431-0D9DC4705F97}" destId="{5F7F2B0D-23A6-4CBC-BDF7-5DF50B770891}" srcOrd="0" destOrd="0" parTransId="{95DD38E6-F376-4B53-8199-BA5D34B770C1}" sibTransId="{5856F3B0-6CFD-4CFF-95B5-C7E97944CCA1}"/>
    <dgm:cxn modelId="{CED39FBA-526D-4990-B97C-DBF02E12E593}" type="presOf" srcId="{BF26F521-63D7-4D50-8431-0D9DC4705F97}" destId="{9F5A98FB-837F-463A-9FD4-33FAC87031C0}" srcOrd="0" destOrd="0" presId="urn:microsoft.com/office/officeart/2005/8/layout/vList2"/>
    <dgm:cxn modelId="{179996CE-72EC-480F-8AEE-A2F8739D4E4E}" type="presOf" srcId="{4048E0BE-1F3D-482F-944A-6945306283D5}" destId="{55BF5490-265D-49A0-8B25-EA0CCA40BF25}" srcOrd="0" destOrd="0" presId="urn:microsoft.com/office/officeart/2005/8/layout/vList2"/>
    <dgm:cxn modelId="{040B4BD7-E716-4869-842E-4C8F3D4E7A92}" type="presOf" srcId="{5F7F2B0D-23A6-4CBC-BDF7-5DF50B770891}" destId="{8E3BCBE1-9DC9-4A31-A1F9-450352563E63}" srcOrd="0" destOrd="0" presId="urn:microsoft.com/office/officeart/2005/8/layout/vList2"/>
    <dgm:cxn modelId="{19FA65DE-DC00-440B-9FE8-6F96457D169F}" srcId="{BF26F521-63D7-4D50-8431-0D9DC4705F97}" destId="{556DB836-0D91-4203-B7EF-920A43104A84}" srcOrd="1" destOrd="0" parTransId="{CD332075-FBFE-40A6-A722-749E1393D9D5}" sibTransId="{8E9314F7-5DC7-4B33-9870-BC6E14AD5BB1}"/>
    <dgm:cxn modelId="{80CD5FDF-5A92-4F32-9391-7A870C5F6E41}" srcId="{2E7C9F87-A405-479D-BFF1-C1AC23847E2C}" destId="{59CD8129-234F-4C02-AF33-ED3390D5FA0A}" srcOrd="1" destOrd="0" parTransId="{85268E8B-F6B8-41D1-A6A9-CB2173B71993}" sibTransId="{0BFEEDE9-BB19-4B02-A0F8-097EF5B4363D}"/>
    <dgm:cxn modelId="{8D675AE4-A558-42C7-B860-8009B723996B}" type="presOf" srcId="{05128D40-EEB2-415B-8185-DED51F60C228}" destId="{E2707D0A-C7DE-4C2D-81D2-202933F15B77}" srcOrd="0" destOrd="0" presId="urn:microsoft.com/office/officeart/2005/8/layout/vList2"/>
    <dgm:cxn modelId="{6EDB03FC-EC7A-4363-956D-CB7A1D9A5CD9}" srcId="{05128D40-EEB2-415B-8185-DED51F60C228}" destId="{BF26F521-63D7-4D50-8431-0D9DC4705F97}" srcOrd="1" destOrd="0" parTransId="{4DD2D1A0-CF53-433B-9818-306E471775C8}" sibTransId="{2451633A-4ECB-4877-B263-EAF403CD62C4}"/>
    <dgm:cxn modelId="{42BE98FD-79BE-4D5F-94AB-19C90A09C7F0}" srcId="{2E7C9F87-A405-479D-BFF1-C1AC23847E2C}" destId="{4048E0BE-1F3D-482F-944A-6945306283D5}" srcOrd="0" destOrd="0" parTransId="{BE750143-E460-4727-B255-26E3642119B0}" sibTransId="{5BBC3CE4-0C36-4B2D-9948-57BB492AA41E}"/>
    <dgm:cxn modelId="{067DD32D-8CD1-4078-88A8-7E0322145D5E}" type="presParOf" srcId="{E2707D0A-C7DE-4C2D-81D2-202933F15B77}" destId="{BA4CB163-1B1B-42CB-83DB-900FB0A4836F}" srcOrd="0" destOrd="0" presId="urn:microsoft.com/office/officeart/2005/8/layout/vList2"/>
    <dgm:cxn modelId="{BAE12903-F494-41E3-BED9-1A3F00C827C1}" type="presParOf" srcId="{E2707D0A-C7DE-4C2D-81D2-202933F15B77}" destId="{55BF5490-265D-49A0-8B25-EA0CCA40BF25}" srcOrd="1" destOrd="0" presId="urn:microsoft.com/office/officeart/2005/8/layout/vList2"/>
    <dgm:cxn modelId="{25B6A455-3388-488C-B7A8-921D0DC16DA5}" type="presParOf" srcId="{E2707D0A-C7DE-4C2D-81D2-202933F15B77}" destId="{9F5A98FB-837F-463A-9FD4-33FAC87031C0}" srcOrd="2" destOrd="0" presId="urn:microsoft.com/office/officeart/2005/8/layout/vList2"/>
    <dgm:cxn modelId="{3740FE8B-99D8-4F15-A357-FE8AEA7B5B62}" type="presParOf" srcId="{E2707D0A-C7DE-4C2D-81D2-202933F15B77}" destId="{8E3BCBE1-9DC9-4A31-A1F9-450352563E63}" srcOrd="3" destOrd="0" presId="urn:microsoft.com/office/officeart/2005/8/layout/vList2"/>
    <dgm:cxn modelId="{501ACE32-2655-4E34-AB26-CAAC2EA1ECA0}" type="presParOf" srcId="{E2707D0A-C7DE-4C2D-81D2-202933F15B77}" destId="{1921E78B-9935-4895-BD55-A315068717EC}" srcOrd="4" destOrd="0" presId="urn:microsoft.com/office/officeart/2005/8/layout/vList2"/>
    <dgm:cxn modelId="{D5291003-CE85-48B7-9BCB-623C325C2B9F}" type="presParOf" srcId="{E2707D0A-C7DE-4C2D-81D2-202933F15B77}" destId="{2C2C1315-DFC9-4040-B9EB-BCACFB3DD37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05128D40-EEB2-415B-8185-DED51F60C22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E7C9F87-A405-479D-BFF1-C1AC23847E2C}">
      <dgm:prSet/>
      <dgm:spPr/>
      <dgm:t>
        <a:bodyPr/>
        <a:lstStyle/>
        <a:p>
          <a:r>
            <a:rPr lang="fr-FR" b="1"/>
            <a:t>Géométrie de la cuve</a:t>
          </a:r>
          <a:endParaRPr lang="en-US"/>
        </a:p>
      </dgm:t>
    </dgm:pt>
    <dgm:pt modelId="{8F835E5B-A248-4538-BB7A-04C22978FFFD}" type="parTrans" cxnId="{6A0BE400-DEB2-4F61-81B6-1575939F31B0}">
      <dgm:prSet/>
      <dgm:spPr/>
      <dgm:t>
        <a:bodyPr/>
        <a:lstStyle/>
        <a:p>
          <a:endParaRPr lang="en-US"/>
        </a:p>
      </dgm:t>
    </dgm:pt>
    <dgm:pt modelId="{FC91030B-935A-40E2-BA80-6676B52505C0}" type="sibTrans" cxnId="{6A0BE400-DEB2-4F61-81B6-1575939F31B0}">
      <dgm:prSet/>
      <dgm:spPr/>
      <dgm:t>
        <a:bodyPr/>
        <a:lstStyle/>
        <a:p>
          <a:endParaRPr lang="en-US"/>
        </a:p>
      </dgm:t>
    </dgm:pt>
    <dgm:pt modelId="{4048E0BE-1F3D-482F-944A-6945306283D5}">
      <dgm:prSet/>
      <dgm:spPr>
        <a:blipFill>
          <a:blip xmlns:r="http://schemas.openxmlformats.org/officeDocument/2006/relationships" r:embed="rId1"/>
          <a:stretch>
            <a:fillRect t="-5155" b="-6701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BE750143-E460-4727-B255-26E3642119B0}" type="parTrans" cxnId="{42BE98FD-79BE-4D5F-94AB-19C90A09C7F0}">
      <dgm:prSet/>
      <dgm:spPr/>
      <dgm:t>
        <a:bodyPr/>
        <a:lstStyle/>
        <a:p>
          <a:endParaRPr lang="en-US"/>
        </a:p>
      </dgm:t>
    </dgm:pt>
    <dgm:pt modelId="{5BBC3CE4-0C36-4B2D-9948-57BB492AA41E}" type="sibTrans" cxnId="{42BE98FD-79BE-4D5F-94AB-19C90A09C7F0}">
      <dgm:prSet/>
      <dgm:spPr/>
      <dgm:t>
        <a:bodyPr/>
        <a:lstStyle/>
        <a:p>
          <a:endParaRPr lang="en-US"/>
        </a:p>
      </dgm:t>
    </dgm:pt>
    <dgm:pt modelId="{59CD8129-234F-4C02-AF33-ED3390D5FA0A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85268E8B-F6B8-41D1-A6A9-CB2173B71993}" type="parTrans" cxnId="{80CD5FDF-5A92-4F32-9391-7A870C5F6E41}">
      <dgm:prSet/>
      <dgm:spPr/>
      <dgm:t>
        <a:bodyPr/>
        <a:lstStyle/>
        <a:p>
          <a:endParaRPr lang="en-US"/>
        </a:p>
      </dgm:t>
    </dgm:pt>
    <dgm:pt modelId="{0BFEEDE9-BB19-4B02-A0F8-097EF5B4363D}" type="sibTrans" cxnId="{80CD5FDF-5A92-4F32-9391-7A870C5F6E41}">
      <dgm:prSet/>
      <dgm:spPr/>
      <dgm:t>
        <a:bodyPr/>
        <a:lstStyle/>
        <a:p>
          <a:endParaRPr lang="en-US"/>
        </a:p>
      </dgm:t>
    </dgm:pt>
    <dgm:pt modelId="{07A9A090-94C4-48F8-8066-D1FDDF271ACB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2FCCC486-0CA7-48BB-9128-F07AD76C10F4}" type="parTrans" cxnId="{CCA9C34C-9721-4913-8046-61464E3F824A}">
      <dgm:prSet/>
      <dgm:spPr/>
      <dgm:t>
        <a:bodyPr/>
        <a:lstStyle/>
        <a:p>
          <a:endParaRPr lang="en-US"/>
        </a:p>
      </dgm:t>
    </dgm:pt>
    <dgm:pt modelId="{5C7F1952-E937-42C5-A0D4-6592FF4A61F7}" type="sibTrans" cxnId="{CCA9C34C-9721-4913-8046-61464E3F824A}">
      <dgm:prSet/>
      <dgm:spPr/>
      <dgm:t>
        <a:bodyPr/>
        <a:lstStyle/>
        <a:p>
          <a:endParaRPr lang="en-US"/>
        </a:p>
      </dgm:t>
    </dgm:pt>
    <dgm:pt modelId="{88BCD062-1548-4594-A5E1-B7A612127568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8E108770-4022-4EEE-B660-AE2071EE21C1}" type="parTrans" cxnId="{E0EE69A4-FCE5-4A99-98D9-0C227DCC0D39}">
      <dgm:prSet/>
      <dgm:spPr/>
      <dgm:t>
        <a:bodyPr/>
        <a:lstStyle/>
        <a:p>
          <a:endParaRPr lang="en-US"/>
        </a:p>
      </dgm:t>
    </dgm:pt>
    <dgm:pt modelId="{B4E9EE5E-068A-4AD6-9F54-6A18FDCDC325}" type="sibTrans" cxnId="{E0EE69A4-FCE5-4A99-98D9-0C227DCC0D39}">
      <dgm:prSet/>
      <dgm:spPr/>
      <dgm:t>
        <a:bodyPr/>
        <a:lstStyle/>
        <a:p>
          <a:endParaRPr lang="en-US"/>
        </a:p>
      </dgm:t>
    </dgm:pt>
    <dgm:pt modelId="{BF26F521-63D7-4D50-8431-0D9DC4705F97}">
      <dgm:prSet/>
      <dgm:spPr/>
      <dgm:t>
        <a:bodyPr/>
        <a:lstStyle/>
        <a:p>
          <a:r>
            <a:rPr lang="fr-FR" b="1" dirty="0"/>
            <a:t>Hypothèses de modélisation</a:t>
          </a:r>
          <a:endParaRPr lang="en-US" dirty="0"/>
        </a:p>
      </dgm:t>
    </dgm:pt>
    <dgm:pt modelId="{4DD2D1A0-CF53-433B-9818-306E471775C8}" type="parTrans" cxnId="{6EDB03FC-EC7A-4363-956D-CB7A1D9A5CD9}">
      <dgm:prSet/>
      <dgm:spPr/>
      <dgm:t>
        <a:bodyPr/>
        <a:lstStyle/>
        <a:p>
          <a:endParaRPr lang="en-US"/>
        </a:p>
      </dgm:t>
    </dgm:pt>
    <dgm:pt modelId="{2451633A-4ECB-4877-B263-EAF403CD62C4}" type="sibTrans" cxnId="{6EDB03FC-EC7A-4363-956D-CB7A1D9A5CD9}">
      <dgm:prSet/>
      <dgm:spPr/>
      <dgm:t>
        <a:bodyPr/>
        <a:lstStyle/>
        <a:p>
          <a:endParaRPr lang="en-US"/>
        </a:p>
      </dgm:t>
    </dgm:pt>
    <dgm:pt modelId="{5F7F2B0D-23A6-4CBC-BDF7-5DF50B770891}">
      <dgm:prSet/>
      <dgm:spPr/>
      <dgm:t>
        <a:bodyPr/>
        <a:lstStyle/>
        <a:p>
          <a:r>
            <a:rPr lang="fr-FR" dirty="0"/>
            <a:t>Comportement linéaire élastique</a:t>
          </a:r>
          <a:endParaRPr lang="en-US" dirty="0"/>
        </a:p>
      </dgm:t>
    </dgm:pt>
    <dgm:pt modelId="{95DD38E6-F376-4B53-8199-BA5D34B770C1}" type="parTrans" cxnId="{E5894BAE-FB78-494A-BFD0-25A927773A5E}">
      <dgm:prSet/>
      <dgm:spPr/>
      <dgm:t>
        <a:bodyPr/>
        <a:lstStyle/>
        <a:p>
          <a:endParaRPr lang="en-US"/>
        </a:p>
      </dgm:t>
    </dgm:pt>
    <dgm:pt modelId="{5856F3B0-6CFD-4CFF-95B5-C7E97944CCA1}" type="sibTrans" cxnId="{E5894BAE-FB78-494A-BFD0-25A927773A5E}">
      <dgm:prSet/>
      <dgm:spPr/>
      <dgm:t>
        <a:bodyPr/>
        <a:lstStyle/>
        <a:p>
          <a:endParaRPr lang="en-US"/>
        </a:p>
      </dgm:t>
    </dgm:pt>
    <dgm:pt modelId="{556DB836-0D91-4203-B7EF-920A43104A84}">
      <dgm:prSet/>
      <dgm:spPr/>
      <dgm:t>
        <a:bodyPr/>
        <a:lstStyle/>
        <a:p>
          <a:r>
            <a:rPr lang="fr-FR" dirty="0"/>
            <a:t>Matériau isotrope</a:t>
          </a:r>
          <a:endParaRPr lang="en-US" dirty="0"/>
        </a:p>
      </dgm:t>
    </dgm:pt>
    <dgm:pt modelId="{CD332075-FBFE-40A6-A722-749E1393D9D5}" type="parTrans" cxnId="{19FA65DE-DC00-440B-9FE8-6F96457D169F}">
      <dgm:prSet/>
      <dgm:spPr/>
      <dgm:t>
        <a:bodyPr/>
        <a:lstStyle/>
        <a:p>
          <a:endParaRPr lang="en-US"/>
        </a:p>
      </dgm:t>
    </dgm:pt>
    <dgm:pt modelId="{8E9314F7-5DC7-4B33-9870-BC6E14AD5BB1}" type="sibTrans" cxnId="{19FA65DE-DC00-440B-9FE8-6F96457D169F}">
      <dgm:prSet/>
      <dgm:spPr/>
      <dgm:t>
        <a:bodyPr/>
        <a:lstStyle/>
        <a:p>
          <a:endParaRPr lang="en-US"/>
        </a:p>
      </dgm:t>
    </dgm:pt>
    <dgm:pt modelId="{AD4005F1-2590-42DA-8336-AF12CA0E2A5D}">
      <dgm:prSet/>
      <dgm:spPr/>
      <dgm:t>
        <a:bodyPr/>
        <a:lstStyle/>
        <a:p>
          <a:r>
            <a:rPr lang="fr-FR" dirty="0"/>
            <a:t>Petites déformations</a:t>
          </a:r>
          <a:endParaRPr lang="en-US" dirty="0"/>
        </a:p>
      </dgm:t>
    </dgm:pt>
    <dgm:pt modelId="{EDCCD32D-9825-4AD7-8F67-3F5D728E8012}" type="parTrans" cxnId="{38C05465-CC17-45EF-8901-6266FD815568}">
      <dgm:prSet/>
      <dgm:spPr/>
      <dgm:t>
        <a:bodyPr/>
        <a:lstStyle/>
        <a:p>
          <a:endParaRPr lang="en-US"/>
        </a:p>
      </dgm:t>
    </dgm:pt>
    <dgm:pt modelId="{707A7F12-45B9-46B6-8725-E23E3940FA3D}" type="sibTrans" cxnId="{38C05465-CC17-45EF-8901-6266FD815568}">
      <dgm:prSet/>
      <dgm:spPr/>
      <dgm:t>
        <a:bodyPr/>
        <a:lstStyle/>
        <a:p>
          <a:endParaRPr lang="en-US"/>
        </a:p>
      </dgm:t>
    </dgm:pt>
    <dgm:pt modelId="{434A8362-BB1E-4A31-BBC9-D68131EA828A}">
      <dgm:prSet/>
      <dgm:spPr/>
      <dgm:t>
        <a:bodyPr/>
        <a:lstStyle/>
        <a:p>
          <a:r>
            <a:rPr lang="fr-FR" dirty="0"/>
            <a:t>Absence </a:t>
          </a:r>
          <a:r>
            <a:rPr lang="fr-FR"/>
            <a:t>d’imperfections géométriques</a:t>
          </a:r>
          <a:endParaRPr lang="en-US" dirty="0"/>
        </a:p>
      </dgm:t>
    </dgm:pt>
    <dgm:pt modelId="{D60289B0-FA0B-44BD-9EAE-E6717B953719}" type="parTrans" cxnId="{2FF27380-E8B3-4654-8B60-CDCB6C55C4FA}">
      <dgm:prSet/>
      <dgm:spPr/>
      <dgm:t>
        <a:bodyPr/>
        <a:lstStyle/>
        <a:p>
          <a:endParaRPr lang="en-US"/>
        </a:p>
      </dgm:t>
    </dgm:pt>
    <dgm:pt modelId="{717EB849-3EB7-445C-87A3-2B1A9FC98A77}" type="sibTrans" cxnId="{2FF27380-E8B3-4654-8B60-CDCB6C55C4FA}">
      <dgm:prSet/>
      <dgm:spPr/>
      <dgm:t>
        <a:bodyPr/>
        <a:lstStyle/>
        <a:p>
          <a:endParaRPr lang="en-US"/>
        </a:p>
      </dgm:t>
    </dgm:pt>
    <dgm:pt modelId="{3CC99493-D3D6-4071-A858-E49D025B122D}">
      <dgm:prSet/>
      <dgm:spPr/>
      <dgm:t>
        <a:bodyPr/>
        <a:lstStyle/>
        <a:p>
          <a:r>
            <a:rPr lang="fr-FR" b="1" dirty="0"/>
            <a:t>Type d’éléments</a:t>
          </a:r>
          <a:endParaRPr lang="en-US" dirty="0"/>
        </a:p>
      </dgm:t>
    </dgm:pt>
    <dgm:pt modelId="{4EB5A1C8-371D-45A1-B4A8-35C71D112434}" type="parTrans" cxnId="{1633B340-1AF6-496C-85AF-FF87C7EF7A8F}">
      <dgm:prSet/>
      <dgm:spPr/>
      <dgm:t>
        <a:bodyPr/>
        <a:lstStyle/>
        <a:p>
          <a:endParaRPr lang="en-US"/>
        </a:p>
      </dgm:t>
    </dgm:pt>
    <dgm:pt modelId="{6F8D9179-C9AB-4454-B943-10D1872946D6}" type="sibTrans" cxnId="{1633B340-1AF6-496C-85AF-FF87C7EF7A8F}">
      <dgm:prSet/>
      <dgm:spPr/>
      <dgm:t>
        <a:bodyPr/>
        <a:lstStyle/>
        <a:p>
          <a:endParaRPr lang="en-US"/>
        </a:p>
      </dgm:t>
    </dgm:pt>
    <dgm:pt modelId="{8A279BE6-B954-4540-B5C7-A99C974F434A}">
      <dgm:prSet/>
      <dgm:spPr/>
      <dgm:t>
        <a:bodyPr/>
        <a:lstStyle/>
        <a:p>
          <a:r>
            <a:rPr lang="fr-FR" dirty="0"/>
            <a:t>Éléments quad, propriétés coques 2D (Adaptés aux structures minces)</a:t>
          </a:r>
          <a:endParaRPr lang="en-US" dirty="0"/>
        </a:p>
      </dgm:t>
    </dgm:pt>
    <dgm:pt modelId="{EF13A1C6-B61D-4601-91D0-E9FA2F22C061}" type="parTrans" cxnId="{03ADD512-661D-42A3-A16C-E137ED49C110}">
      <dgm:prSet/>
      <dgm:spPr/>
      <dgm:t>
        <a:bodyPr/>
        <a:lstStyle/>
        <a:p>
          <a:endParaRPr lang="en-US"/>
        </a:p>
      </dgm:t>
    </dgm:pt>
    <dgm:pt modelId="{E5E2E7EA-6B91-45EE-A6DC-436B8D1E2BFE}" type="sibTrans" cxnId="{03ADD512-661D-42A3-A16C-E137ED49C110}">
      <dgm:prSet/>
      <dgm:spPr/>
      <dgm:t>
        <a:bodyPr/>
        <a:lstStyle/>
        <a:p>
          <a:endParaRPr lang="en-US"/>
        </a:p>
      </dgm:t>
    </dgm:pt>
    <dgm:pt modelId="{E2707D0A-C7DE-4C2D-81D2-202933F15B77}" type="pres">
      <dgm:prSet presAssocID="{05128D40-EEB2-415B-8185-DED51F60C228}" presName="linear" presStyleCnt="0">
        <dgm:presLayoutVars>
          <dgm:animLvl val="lvl"/>
          <dgm:resizeHandles val="exact"/>
        </dgm:presLayoutVars>
      </dgm:prSet>
      <dgm:spPr/>
    </dgm:pt>
    <dgm:pt modelId="{BA4CB163-1B1B-42CB-83DB-900FB0A4836F}" type="pres">
      <dgm:prSet presAssocID="{2E7C9F87-A405-479D-BFF1-C1AC23847E2C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55BF5490-265D-49A0-8B25-EA0CCA40BF25}" type="pres">
      <dgm:prSet presAssocID="{2E7C9F87-A405-479D-BFF1-C1AC23847E2C}" presName="childText" presStyleLbl="revTx" presStyleIdx="0" presStyleCnt="3">
        <dgm:presLayoutVars>
          <dgm:bulletEnabled val="1"/>
        </dgm:presLayoutVars>
      </dgm:prSet>
      <dgm:spPr/>
    </dgm:pt>
    <dgm:pt modelId="{9F5A98FB-837F-463A-9FD4-33FAC87031C0}" type="pres">
      <dgm:prSet presAssocID="{BF26F521-63D7-4D50-8431-0D9DC4705F9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8E3BCBE1-9DC9-4A31-A1F9-450352563E63}" type="pres">
      <dgm:prSet presAssocID="{BF26F521-63D7-4D50-8431-0D9DC4705F97}" presName="childText" presStyleLbl="revTx" presStyleIdx="1" presStyleCnt="3">
        <dgm:presLayoutVars>
          <dgm:bulletEnabled val="1"/>
        </dgm:presLayoutVars>
      </dgm:prSet>
      <dgm:spPr/>
    </dgm:pt>
    <dgm:pt modelId="{1921E78B-9935-4895-BD55-A315068717EC}" type="pres">
      <dgm:prSet presAssocID="{3CC99493-D3D6-4071-A858-E49D025B122D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2C2C1315-DFC9-4040-B9EB-BCACFB3DD378}" type="pres">
      <dgm:prSet presAssocID="{3CC99493-D3D6-4071-A858-E49D025B122D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6A0BE400-DEB2-4F61-81B6-1575939F31B0}" srcId="{05128D40-EEB2-415B-8185-DED51F60C228}" destId="{2E7C9F87-A405-479D-BFF1-C1AC23847E2C}" srcOrd="0" destOrd="0" parTransId="{8F835E5B-A248-4538-BB7A-04C22978FFFD}" sibTransId="{FC91030B-935A-40E2-BA80-6676B52505C0}"/>
    <dgm:cxn modelId="{5DE8BD01-1196-449D-ABD6-A23CE349C694}" type="presOf" srcId="{2E7C9F87-A405-479D-BFF1-C1AC23847E2C}" destId="{BA4CB163-1B1B-42CB-83DB-900FB0A4836F}" srcOrd="0" destOrd="0" presId="urn:microsoft.com/office/officeart/2005/8/layout/vList2"/>
    <dgm:cxn modelId="{03ADD512-661D-42A3-A16C-E137ED49C110}" srcId="{3CC99493-D3D6-4071-A858-E49D025B122D}" destId="{8A279BE6-B954-4540-B5C7-A99C974F434A}" srcOrd="0" destOrd="0" parTransId="{EF13A1C6-B61D-4601-91D0-E9FA2F22C061}" sibTransId="{E5E2E7EA-6B91-45EE-A6DC-436B8D1E2BFE}"/>
    <dgm:cxn modelId="{73A73814-7BCD-4387-8BC8-BF62CB8A0A3E}" type="presOf" srcId="{88BCD062-1548-4594-A5E1-B7A612127568}" destId="{55BF5490-265D-49A0-8B25-EA0CCA40BF25}" srcOrd="0" destOrd="3" presId="urn:microsoft.com/office/officeart/2005/8/layout/vList2"/>
    <dgm:cxn modelId="{A0F15819-922B-40CE-AFD7-C84A8093A522}" type="presOf" srcId="{8A279BE6-B954-4540-B5C7-A99C974F434A}" destId="{2C2C1315-DFC9-4040-B9EB-BCACFB3DD378}" srcOrd="0" destOrd="0" presId="urn:microsoft.com/office/officeart/2005/8/layout/vList2"/>
    <dgm:cxn modelId="{317C672F-C01A-47C8-A52B-1F46A3E01AE4}" type="presOf" srcId="{434A8362-BB1E-4A31-BBC9-D68131EA828A}" destId="{8E3BCBE1-9DC9-4A31-A1F9-450352563E63}" srcOrd="0" destOrd="3" presId="urn:microsoft.com/office/officeart/2005/8/layout/vList2"/>
    <dgm:cxn modelId="{BFE36732-7605-4983-8BAD-875DA2E42482}" type="presOf" srcId="{59CD8129-234F-4C02-AF33-ED3390D5FA0A}" destId="{55BF5490-265D-49A0-8B25-EA0CCA40BF25}" srcOrd="0" destOrd="1" presId="urn:microsoft.com/office/officeart/2005/8/layout/vList2"/>
    <dgm:cxn modelId="{1633B340-1AF6-496C-85AF-FF87C7EF7A8F}" srcId="{05128D40-EEB2-415B-8185-DED51F60C228}" destId="{3CC99493-D3D6-4071-A858-E49D025B122D}" srcOrd="2" destOrd="0" parTransId="{4EB5A1C8-371D-45A1-B4A8-35C71D112434}" sibTransId="{6F8D9179-C9AB-4454-B943-10D1872946D6}"/>
    <dgm:cxn modelId="{38C05465-CC17-45EF-8901-6266FD815568}" srcId="{BF26F521-63D7-4D50-8431-0D9DC4705F97}" destId="{AD4005F1-2590-42DA-8336-AF12CA0E2A5D}" srcOrd="2" destOrd="0" parTransId="{EDCCD32D-9825-4AD7-8F67-3F5D728E8012}" sibTransId="{707A7F12-45B9-46B6-8725-E23E3940FA3D}"/>
    <dgm:cxn modelId="{CCA9C34C-9721-4913-8046-61464E3F824A}" srcId="{2E7C9F87-A405-479D-BFF1-C1AC23847E2C}" destId="{07A9A090-94C4-48F8-8066-D1FDDF271ACB}" srcOrd="2" destOrd="0" parTransId="{2FCCC486-0CA7-48BB-9128-F07AD76C10F4}" sibTransId="{5C7F1952-E937-42C5-A0D4-6592FF4A61F7}"/>
    <dgm:cxn modelId="{D8971A70-E4CE-489C-BF1D-B4A7F9A31C6F}" type="presOf" srcId="{3CC99493-D3D6-4071-A858-E49D025B122D}" destId="{1921E78B-9935-4895-BD55-A315068717EC}" srcOrd="0" destOrd="0" presId="urn:microsoft.com/office/officeart/2005/8/layout/vList2"/>
    <dgm:cxn modelId="{B80D387E-6D2D-46F5-9F3C-D046DEB5EA0D}" type="presOf" srcId="{556DB836-0D91-4203-B7EF-920A43104A84}" destId="{8E3BCBE1-9DC9-4A31-A1F9-450352563E63}" srcOrd="0" destOrd="1" presId="urn:microsoft.com/office/officeart/2005/8/layout/vList2"/>
    <dgm:cxn modelId="{2FF27380-E8B3-4654-8B60-CDCB6C55C4FA}" srcId="{BF26F521-63D7-4D50-8431-0D9DC4705F97}" destId="{434A8362-BB1E-4A31-BBC9-D68131EA828A}" srcOrd="3" destOrd="0" parTransId="{D60289B0-FA0B-44BD-9EAE-E6717B953719}" sibTransId="{717EB849-3EB7-445C-87A3-2B1A9FC98A77}"/>
    <dgm:cxn modelId="{B95CC381-7DA9-4AF1-A23A-2EB33B44A433}" type="presOf" srcId="{07A9A090-94C4-48F8-8066-D1FDDF271ACB}" destId="{55BF5490-265D-49A0-8B25-EA0CCA40BF25}" srcOrd="0" destOrd="2" presId="urn:microsoft.com/office/officeart/2005/8/layout/vList2"/>
    <dgm:cxn modelId="{E59E2699-D73F-44B2-BC3B-519E4B93CF08}" type="presOf" srcId="{AD4005F1-2590-42DA-8336-AF12CA0E2A5D}" destId="{8E3BCBE1-9DC9-4A31-A1F9-450352563E63}" srcOrd="0" destOrd="2" presId="urn:microsoft.com/office/officeart/2005/8/layout/vList2"/>
    <dgm:cxn modelId="{E0EE69A4-FCE5-4A99-98D9-0C227DCC0D39}" srcId="{2E7C9F87-A405-479D-BFF1-C1AC23847E2C}" destId="{88BCD062-1548-4594-A5E1-B7A612127568}" srcOrd="3" destOrd="0" parTransId="{8E108770-4022-4EEE-B660-AE2071EE21C1}" sibTransId="{B4E9EE5E-068A-4AD6-9F54-6A18FDCDC325}"/>
    <dgm:cxn modelId="{E5894BAE-FB78-494A-BFD0-25A927773A5E}" srcId="{BF26F521-63D7-4D50-8431-0D9DC4705F97}" destId="{5F7F2B0D-23A6-4CBC-BDF7-5DF50B770891}" srcOrd="0" destOrd="0" parTransId="{95DD38E6-F376-4B53-8199-BA5D34B770C1}" sibTransId="{5856F3B0-6CFD-4CFF-95B5-C7E97944CCA1}"/>
    <dgm:cxn modelId="{CED39FBA-526D-4990-B97C-DBF02E12E593}" type="presOf" srcId="{BF26F521-63D7-4D50-8431-0D9DC4705F97}" destId="{9F5A98FB-837F-463A-9FD4-33FAC87031C0}" srcOrd="0" destOrd="0" presId="urn:microsoft.com/office/officeart/2005/8/layout/vList2"/>
    <dgm:cxn modelId="{179996CE-72EC-480F-8AEE-A2F8739D4E4E}" type="presOf" srcId="{4048E0BE-1F3D-482F-944A-6945306283D5}" destId="{55BF5490-265D-49A0-8B25-EA0CCA40BF25}" srcOrd="0" destOrd="0" presId="urn:microsoft.com/office/officeart/2005/8/layout/vList2"/>
    <dgm:cxn modelId="{040B4BD7-E716-4869-842E-4C8F3D4E7A92}" type="presOf" srcId="{5F7F2B0D-23A6-4CBC-BDF7-5DF50B770891}" destId="{8E3BCBE1-9DC9-4A31-A1F9-450352563E63}" srcOrd="0" destOrd="0" presId="urn:microsoft.com/office/officeart/2005/8/layout/vList2"/>
    <dgm:cxn modelId="{19FA65DE-DC00-440B-9FE8-6F96457D169F}" srcId="{BF26F521-63D7-4D50-8431-0D9DC4705F97}" destId="{556DB836-0D91-4203-B7EF-920A43104A84}" srcOrd="1" destOrd="0" parTransId="{CD332075-FBFE-40A6-A722-749E1393D9D5}" sibTransId="{8E9314F7-5DC7-4B33-9870-BC6E14AD5BB1}"/>
    <dgm:cxn modelId="{80CD5FDF-5A92-4F32-9391-7A870C5F6E41}" srcId="{2E7C9F87-A405-479D-BFF1-C1AC23847E2C}" destId="{59CD8129-234F-4C02-AF33-ED3390D5FA0A}" srcOrd="1" destOrd="0" parTransId="{85268E8B-F6B8-41D1-A6A9-CB2173B71993}" sibTransId="{0BFEEDE9-BB19-4B02-A0F8-097EF5B4363D}"/>
    <dgm:cxn modelId="{8D675AE4-A558-42C7-B860-8009B723996B}" type="presOf" srcId="{05128D40-EEB2-415B-8185-DED51F60C228}" destId="{E2707D0A-C7DE-4C2D-81D2-202933F15B77}" srcOrd="0" destOrd="0" presId="urn:microsoft.com/office/officeart/2005/8/layout/vList2"/>
    <dgm:cxn modelId="{6EDB03FC-EC7A-4363-956D-CB7A1D9A5CD9}" srcId="{05128D40-EEB2-415B-8185-DED51F60C228}" destId="{BF26F521-63D7-4D50-8431-0D9DC4705F97}" srcOrd="1" destOrd="0" parTransId="{4DD2D1A0-CF53-433B-9818-306E471775C8}" sibTransId="{2451633A-4ECB-4877-B263-EAF403CD62C4}"/>
    <dgm:cxn modelId="{42BE98FD-79BE-4D5F-94AB-19C90A09C7F0}" srcId="{2E7C9F87-A405-479D-BFF1-C1AC23847E2C}" destId="{4048E0BE-1F3D-482F-944A-6945306283D5}" srcOrd="0" destOrd="0" parTransId="{BE750143-E460-4727-B255-26E3642119B0}" sibTransId="{5BBC3CE4-0C36-4B2D-9948-57BB492AA41E}"/>
    <dgm:cxn modelId="{067DD32D-8CD1-4078-88A8-7E0322145D5E}" type="presParOf" srcId="{E2707D0A-C7DE-4C2D-81D2-202933F15B77}" destId="{BA4CB163-1B1B-42CB-83DB-900FB0A4836F}" srcOrd="0" destOrd="0" presId="urn:microsoft.com/office/officeart/2005/8/layout/vList2"/>
    <dgm:cxn modelId="{BAE12903-F494-41E3-BED9-1A3F00C827C1}" type="presParOf" srcId="{E2707D0A-C7DE-4C2D-81D2-202933F15B77}" destId="{55BF5490-265D-49A0-8B25-EA0CCA40BF25}" srcOrd="1" destOrd="0" presId="urn:microsoft.com/office/officeart/2005/8/layout/vList2"/>
    <dgm:cxn modelId="{25B6A455-3388-488C-B7A8-921D0DC16DA5}" type="presParOf" srcId="{E2707D0A-C7DE-4C2D-81D2-202933F15B77}" destId="{9F5A98FB-837F-463A-9FD4-33FAC87031C0}" srcOrd="2" destOrd="0" presId="urn:microsoft.com/office/officeart/2005/8/layout/vList2"/>
    <dgm:cxn modelId="{3740FE8B-99D8-4F15-A357-FE8AEA7B5B62}" type="presParOf" srcId="{E2707D0A-C7DE-4C2D-81D2-202933F15B77}" destId="{8E3BCBE1-9DC9-4A31-A1F9-450352563E63}" srcOrd="3" destOrd="0" presId="urn:microsoft.com/office/officeart/2005/8/layout/vList2"/>
    <dgm:cxn modelId="{501ACE32-2655-4E34-AB26-CAAC2EA1ECA0}" type="presParOf" srcId="{E2707D0A-C7DE-4C2D-81D2-202933F15B77}" destId="{1921E78B-9935-4895-BD55-A315068717EC}" srcOrd="4" destOrd="0" presId="urn:microsoft.com/office/officeart/2005/8/layout/vList2"/>
    <dgm:cxn modelId="{D5291003-CE85-48B7-9BCB-623C325C2B9F}" type="presParOf" srcId="{E2707D0A-C7DE-4C2D-81D2-202933F15B77}" destId="{2C2C1315-DFC9-4040-B9EB-BCACFB3DD378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0D51420-9524-41F5-B6C6-F1D723CE7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B011D7-C940-4276-9DDC-F157D4B06566}">
      <dgm:prSet custT="1"/>
      <dgm:spPr/>
      <dgm:t>
        <a:bodyPr/>
        <a:lstStyle/>
        <a:p>
          <a:r>
            <a:rPr lang="fr-FR" sz="2000" b="1" dirty="0">
              <a:latin typeface="Aptos" panose="020B0004020202020204" pitchFamily="34" charset="0"/>
            </a:rPr>
            <a:t>Conditions aux limites</a:t>
          </a:r>
          <a:endParaRPr lang="en-US" sz="2000" b="1" dirty="0">
            <a:latin typeface="Aptos" panose="020B0004020202020204" pitchFamily="34" charset="0"/>
          </a:endParaRPr>
        </a:p>
      </dgm:t>
    </dgm:pt>
    <dgm:pt modelId="{8F0EF088-9E5C-4662-903D-C2D7FC1228E8}" type="parTrans" cxnId="{D105ABFD-5CA1-4A5D-B211-5732DF2287C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9B6CF4E3-24FC-44BF-9C7E-59A11EB92361}" type="sibTrans" cxnId="{D105ABFD-5CA1-4A5D-B211-5732DF2287C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9FA33FC4-6D9C-4B89-BF10-166BBC058D82}">
          <dgm:prSet custT="1"/>
          <dgm:spPr/>
          <dgm:t>
            <a:bodyPr/>
            <a:lstStyle/>
            <a:p>
              <a:r>
                <a:rPr lang="fr-FR" sz="2000" dirty="0">
                  <a:latin typeface="Aptos" panose="020B0004020202020204" pitchFamily="34" charset="0"/>
                </a:rPr>
                <a:t>Appui plan de normale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fr-FR" sz="2000" i="1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fr-FR" sz="2000" b="0" i="1">
                          <a:latin typeface="Cambria Math" panose="02040503050406030204" pitchFamily="18" charset="0"/>
                        </a:rPr>
                        <m:t>𝑥</m:t>
                      </m:r>
                    </m:e>
                  </m:acc>
                </m:oMath>
              </a14:m>
              <a:endParaRPr lang="en-US" sz="2000" dirty="0">
                <a:latin typeface="Aptos" panose="020B0004020202020204" pitchFamily="34" charset="0"/>
              </a:endParaRPr>
            </a:p>
          </dgm:t>
        </dgm:pt>
      </mc:Choice>
      <mc:Fallback xmlns="">
        <dgm:pt modelId="{9FA33FC4-6D9C-4B89-BF10-166BBC058D82}">
          <dgm:prSet custT="1"/>
          <dgm:spPr/>
          <dgm:t>
            <a:bodyPr/>
            <a:lstStyle/>
            <a:p>
              <a:r>
                <a:rPr lang="fr-FR" sz="2000" dirty="0">
                  <a:latin typeface="Aptos" panose="020B0004020202020204" pitchFamily="34" charset="0"/>
                </a:rPr>
                <a:t>Appui plan de normale </a:t>
              </a:r>
              <a:r>
                <a:rPr lang="fr-FR" sz="2000" b="0" i="0"/>
                <a:t>𝑥 ⃗</a:t>
              </a:r>
              <a:endParaRPr lang="en-US" sz="2000" dirty="0">
                <a:latin typeface="Aptos" panose="020B0004020202020204" pitchFamily="34" charset="0"/>
              </a:endParaRPr>
            </a:p>
          </dgm:t>
        </dgm:pt>
      </mc:Fallback>
    </mc:AlternateContent>
    <dgm:pt modelId="{93D3B0E1-1EE8-41AA-8F91-0E96D3EDEC5D}" type="parTrans" cxnId="{CD1683B1-B48C-4F90-BC1B-BEAA1FF397D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984585B0-C407-4057-9227-558B9E771ED6}" type="sibTrans" cxnId="{CD1683B1-B48C-4F90-BC1B-BEAA1FF397D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490FEA17-3A1A-4FC1-806F-41ECB3CCB903}">
          <dgm:prSet custT="1"/>
          <dgm:spPr/>
          <dgm:t>
            <a:bodyPr/>
            <a:lstStyle/>
            <a:p>
              <a:r>
                <a:rPr lang="fr-FR" sz="2000" dirty="0">
                  <a:latin typeface="Aptos" panose="020B0004020202020204" pitchFamily="34" charset="0"/>
                </a:rPr>
                <a:t>Appui plan de normale </a:t>
              </a:r>
              <a14:m>
                <m:oMath xmlns:m="http://schemas.openxmlformats.org/officeDocument/2006/math">
                  <m:acc>
                    <m:accPr>
                      <m:chr m:val="⃗"/>
                      <m:ctrlPr>
                        <a:rPr lang="fr-FR" sz="2000" i="1">
                          <a:latin typeface="Cambria Math" panose="02040503050406030204" pitchFamily="18" charset="0"/>
                        </a:rPr>
                      </m:ctrlPr>
                    </m:accPr>
                    <m:e>
                      <m:r>
                        <a:rPr lang="fr-FR" sz="2000" b="0" i="1">
                          <a:latin typeface="Cambria Math" panose="02040503050406030204" pitchFamily="18" charset="0"/>
                        </a:rPr>
                        <m:t>𝑧</m:t>
                      </m:r>
                    </m:e>
                  </m:acc>
                </m:oMath>
              </a14:m>
              <a:endParaRPr lang="en-US" sz="2000" dirty="0">
                <a:latin typeface="Aptos" panose="020B0004020202020204" pitchFamily="34" charset="0"/>
              </a:endParaRPr>
            </a:p>
          </dgm:t>
        </dgm:pt>
      </mc:Choice>
      <mc:Fallback xmlns="">
        <dgm:pt modelId="{490FEA17-3A1A-4FC1-806F-41ECB3CCB903}">
          <dgm:prSet custT="1"/>
          <dgm:spPr/>
          <dgm:t>
            <a:bodyPr/>
            <a:lstStyle/>
            <a:p>
              <a:r>
                <a:rPr lang="fr-FR" sz="2000" dirty="0">
                  <a:latin typeface="Aptos" panose="020B0004020202020204" pitchFamily="34" charset="0"/>
                </a:rPr>
                <a:t>Appui plan de normale </a:t>
              </a:r>
              <a:r>
                <a:rPr lang="fr-FR" sz="2000" b="0" i="0"/>
                <a:t>𝑧 ⃗</a:t>
              </a:r>
              <a:endParaRPr lang="en-US" sz="2000" dirty="0">
                <a:latin typeface="Aptos" panose="020B0004020202020204" pitchFamily="34" charset="0"/>
              </a:endParaRPr>
            </a:p>
          </dgm:t>
        </dgm:pt>
      </mc:Fallback>
    </mc:AlternateContent>
    <dgm:pt modelId="{EF432EDA-D8D6-4721-93A4-0DA96689FD10}" type="parTrans" cxnId="{3C87B56A-7C6A-42B2-9F40-BF3221E0E0D3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C7CBEE2F-740A-4977-8B35-895C6124A77C}" type="sibTrans" cxnId="{3C87B56A-7C6A-42B2-9F40-BF3221E0E0D3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1CD8E198-3AD7-4E1A-9C2E-943011B9C378}">
      <dgm:prSet custT="1"/>
      <dgm:spPr/>
      <dgm:t>
        <a:bodyPr/>
        <a:lstStyle/>
        <a:p>
          <a:r>
            <a:rPr lang="fr-FR" sz="2000" b="1" dirty="0">
              <a:latin typeface="Aptos" panose="020B0004020202020204" pitchFamily="34" charset="0"/>
            </a:rPr>
            <a:t>Réduction du domaine</a:t>
          </a:r>
          <a:endParaRPr lang="en-US" sz="2000" dirty="0">
            <a:latin typeface="Aptos" panose="020B0004020202020204" pitchFamily="34" charset="0"/>
          </a:endParaRPr>
        </a:p>
      </dgm:t>
    </dgm:pt>
    <dgm:pt modelId="{934A187B-DFFA-48F9-A809-BCB0F1B87926}" type="parTrans" cxnId="{910B029D-892B-4B6C-AF85-5152276F7FB4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03F79F1E-269F-4688-B405-3F440868F1E0}" type="sibTrans" cxnId="{910B029D-892B-4B6C-AF85-5152276F7FB4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E3AD1C0A-A4AF-4993-AFBB-BE32BAC579E8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Exploitation des symétries géométriques, de chargement et des conditions limites.</a:t>
          </a:r>
          <a:endParaRPr lang="en-US" sz="2000" dirty="0">
            <a:latin typeface="Aptos" panose="020B0004020202020204" pitchFamily="34" charset="0"/>
          </a:endParaRPr>
        </a:p>
      </dgm:t>
    </dgm:pt>
    <dgm:pt modelId="{E7948B64-622E-4C24-8126-872D668D5A76}" type="parTrans" cxnId="{36396B68-6A51-4026-8967-9E95A2E1D137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C497C3E7-F86F-4EDF-B341-153F8AD0CF23}" type="sibTrans" cxnId="{36396B68-6A51-4026-8967-9E95A2E1D137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5ABB365F-B8F2-4E84-9211-83B2E8196AF1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Modélisation d’un </a:t>
          </a:r>
          <a:r>
            <a:rPr lang="fr-FR" sz="2000" b="1" dirty="0">
              <a:latin typeface="Aptos" panose="020B0004020202020204" pitchFamily="34" charset="0"/>
            </a:rPr>
            <a:t>quart de cuve (1/4)</a:t>
          </a:r>
          <a:endParaRPr lang="en-US" sz="2000" dirty="0">
            <a:latin typeface="Aptos" panose="020B0004020202020204" pitchFamily="34" charset="0"/>
          </a:endParaRPr>
        </a:p>
      </dgm:t>
    </dgm:pt>
    <dgm:pt modelId="{E537D9D1-6E89-4C4E-B8CA-25BDA9614135}" type="parTrans" cxnId="{4DCAF125-7B73-40D5-9982-F2A42D101B78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2ECB1487-B07C-4438-B037-AAE9EEF94033}" type="sibTrans" cxnId="{4DCAF125-7B73-40D5-9982-F2A42D101B78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988AC538-80A7-4329-B445-FB0D9B13B5BF}">
      <dgm:prSet custT="1"/>
      <dgm:spPr/>
      <dgm:t>
        <a:bodyPr/>
        <a:lstStyle/>
        <a:p>
          <a:r>
            <a:rPr lang="fr-FR" sz="2000" b="1" dirty="0">
              <a:latin typeface="Aptos" panose="020B0004020202020204" pitchFamily="34" charset="0"/>
            </a:rPr>
            <a:t>Avantages</a:t>
          </a:r>
          <a:endParaRPr lang="en-US" sz="2000" dirty="0">
            <a:latin typeface="Aptos" panose="020B0004020202020204" pitchFamily="34" charset="0"/>
          </a:endParaRPr>
        </a:p>
      </dgm:t>
    </dgm:pt>
    <dgm:pt modelId="{BF602BCF-3C9C-4A87-869E-A6FB80958110}" type="parTrans" cxnId="{85091EFC-404B-44B8-8DB6-EA0D1FFBA4F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2A40C9B0-B470-4C3D-9245-92A46CAABB76}" type="sibTrans" cxnId="{85091EFC-404B-44B8-8DB6-EA0D1FFBA4F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D6F42439-5D03-45B2-B2EB-6775FA6AE620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Réduction du temps de calcul</a:t>
          </a:r>
          <a:endParaRPr lang="en-US" sz="2000" dirty="0">
            <a:latin typeface="Aptos" panose="020B0004020202020204" pitchFamily="34" charset="0"/>
          </a:endParaRPr>
        </a:p>
      </dgm:t>
    </dgm:pt>
    <dgm:pt modelId="{D8E06566-9911-4AA4-9E9F-16A4AAAF73AC}" type="parTrans" cxnId="{BAD45CAE-5886-4D4C-A606-D4A66D950696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7D8513D0-8F30-4ADE-A282-2279F9A12CE6}" type="sibTrans" cxnId="{BAD45CAE-5886-4D4C-A606-D4A66D950696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3EB24692-1D43-42E8-B912-559C597521CE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Conservation du comportement mécanique global</a:t>
          </a:r>
          <a:endParaRPr lang="en-US" sz="2000" dirty="0">
            <a:latin typeface="Aptos" panose="020B0004020202020204" pitchFamily="34" charset="0"/>
          </a:endParaRPr>
        </a:p>
      </dgm:t>
    </dgm:pt>
    <dgm:pt modelId="{B5335321-684B-4224-9D06-5C4318809D84}" type="parTrans" cxnId="{93A87FF3-E3D9-4E5C-9C24-74483424BD9D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C11DDF99-8D78-43C1-ACB1-D3F1CE218F1B}" type="sibTrans" cxnId="{93A87FF3-E3D9-4E5C-9C24-74483424BD9D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E1942387-C341-4AAC-B21F-971E7E2BAF62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Base de la cuve </a:t>
          </a:r>
          <a:r>
            <a:rPr lang="fr-FR" sz="2000" b="1" dirty="0">
              <a:latin typeface="Aptos" panose="020B0004020202020204" pitchFamily="34" charset="0"/>
            </a:rPr>
            <a:t>encastrée</a:t>
          </a:r>
          <a:endParaRPr lang="en-US" sz="2000" dirty="0">
            <a:latin typeface="Aptos" panose="020B0004020202020204" pitchFamily="34" charset="0"/>
          </a:endParaRPr>
        </a:p>
      </dgm:t>
    </dgm:pt>
    <dgm:pt modelId="{373A49A5-CF12-4626-832C-92C2F61810AC}" type="parTrans" cxnId="{C7A357C5-660C-444F-AFAC-2F744348947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758A7247-8CCB-435B-9DC8-8E07D19D969C}" type="sibTrans" cxnId="{C7A357C5-660C-444F-AFAC-2F744348947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F00D3D0-14CF-4405-993D-B4CEC502F139}" type="pres">
      <dgm:prSet presAssocID="{30D51420-9524-41F5-B6C6-F1D723CE7F03}" presName="linear" presStyleCnt="0">
        <dgm:presLayoutVars>
          <dgm:animLvl val="lvl"/>
          <dgm:resizeHandles val="exact"/>
        </dgm:presLayoutVars>
      </dgm:prSet>
      <dgm:spPr/>
    </dgm:pt>
    <dgm:pt modelId="{29B050D4-15DA-4A5E-B837-163378CAB86E}" type="pres">
      <dgm:prSet presAssocID="{42B011D7-C940-4276-9DDC-F157D4B065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E342C8-7578-4DE1-88EE-BC3B269FD44A}" type="pres">
      <dgm:prSet presAssocID="{42B011D7-C940-4276-9DDC-F157D4B06566}" presName="childText" presStyleLbl="revTx" presStyleIdx="0" presStyleCnt="3">
        <dgm:presLayoutVars>
          <dgm:bulletEnabled val="1"/>
        </dgm:presLayoutVars>
      </dgm:prSet>
      <dgm:spPr/>
    </dgm:pt>
    <dgm:pt modelId="{975BD40E-713B-4FBE-A720-6612C882CB08}" type="pres">
      <dgm:prSet presAssocID="{1CD8E198-3AD7-4E1A-9C2E-943011B9C3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B426EC1-A2E3-4523-A18E-121585FBEFE5}" type="pres">
      <dgm:prSet presAssocID="{1CD8E198-3AD7-4E1A-9C2E-943011B9C378}" presName="childText" presStyleLbl="revTx" presStyleIdx="1" presStyleCnt="3">
        <dgm:presLayoutVars>
          <dgm:bulletEnabled val="1"/>
        </dgm:presLayoutVars>
      </dgm:prSet>
      <dgm:spPr/>
    </dgm:pt>
    <dgm:pt modelId="{415C75BF-F710-4DAC-9CFC-6FED4886B906}" type="pres">
      <dgm:prSet presAssocID="{988AC538-80A7-4329-B445-FB0D9B13B5B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8DFFEF9-BEBA-42A6-9E6C-A6263154DB60}" type="pres">
      <dgm:prSet presAssocID="{988AC538-80A7-4329-B445-FB0D9B13B5B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E364C01-4BE9-4AE4-BE52-F8682B2D11CF}" type="presOf" srcId="{42B011D7-C940-4276-9DDC-F157D4B06566}" destId="{29B050D4-15DA-4A5E-B837-163378CAB86E}" srcOrd="0" destOrd="0" presId="urn:microsoft.com/office/officeart/2005/8/layout/vList2"/>
    <dgm:cxn modelId="{DB4DAA0D-D596-4845-9D10-EF71B28BBCC7}" type="presOf" srcId="{3EB24692-1D43-42E8-B912-559C597521CE}" destId="{A8DFFEF9-BEBA-42A6-9E6C-A6263154DB60}" srcOrd="0" destOrd="1" presId="urn:microsoft.com/office/officeart/2005/8/layout/vList2"/>
    <dgm:cxn modelId="{4DCAF125-7B73-40D5-9982-F2A42D101B78}" srcId="{1CD8E198-3AD7-4E1A-9C2E-943011B9C378}" destId="{5ABB365F-B8F2-4E84-9211-83B2E8196AF1}" srcOrd="1" destOrd="0" parTransId="{E537D9D1-6E89-4C4E-B8CA-25BDA9614135}" sibTransId="{2ECB1487-B07C-4438-B037-AAE9EEF94033}"/>
    <dgm:cxn modelId="{95F75036-E397-4889-8695-05515AB0220A}" type="presOf" srcId="{9FA33FC4-6D9C-4B89-BF10-166BBC058D82}" destId="{86E342C8-7578-4DE1-88EE-BC3B269FD44A}" srcOrd="0" destOrd="1" presId="urn:microsoft.com/office/officeart/2005/8/layout/vList2"/>
    <dgm:cxn modelId="{9333B35F-71D1-4C7D-9B83-1AA71036AB2B}" type="presOf" srcId="{988AC538-80A7-4329-B445-FB0D9B13B5BF}" destId="{415C75BF-F710-4DAC-9CFC-6FED4886B906}" srcOrd="0" destOrd="0" presId="urn:microsoft.com/office/officeart/2005/8/layout/vList2"/>
    <dgm:cxn modelId="{36396B68-6A51-4026-8967-9E95A2E1D137}" srcId="{1CD8E198-3AD7-4E1A-9C2E-943011B9C378}" destId="{E3AD1C0A-A4AF-4993-AFBB-BE32BAC579E8}" srcOrd="0" destOrd="0" parTransId="{E7948B64-622E-4C24-8126-872D668D5A76}" sibTransId="{C497C3E7-F86F-4EDF-B341-153F8AD0CF23}"/>
    <dgm:cxn modelId="{3C87B56A-7C6A-42B2-9F40-BF3221E0E0D3}" srcId="{42B011D7-C940-4276-9DDC-F157D4B06566}" destId="{490FEA17-3A1A-4FC1-806F-41ECB3CCB903}" srcOrd="2" destOrd="0" parTransId="{EF432EDA-D8D6-4721-93A4-0DA96689FD10}" sibTransId="{C7CBEE2F-740A-4977-8B35-895C6124A77C}"/>
    <dgm:cxn modelId="{62671059-9B08-482D-877D-CA4797968014}" type="presOf" srcId="{E1942387-C341-4AAC-B21F-971E7E2BAF62}" destId="{86E342C8-7578-4DE1-88EE-BC3B269FD44A}" srcOrd="0" destOrd="0" presId="urn:microsoft.com/office/officeart/2005/8/layout/vList2"/>
    <dgm:cxn modelId="{6EDB0E81-546F-42FE-8E82-1DC3B1FF064D}" type="presOf" srcId="{30D51420-9524-41F5-B6C6-F1D723CE7F03}" destId="{CF00D3D0-14CF-4405-993D-B4CEC502F139}" srcOrd="0" destOrd="0" presId="urn:microsoft.com/office/officeart/2005/8/layout/vList2"/>
    <dgm:cxn modelId="{910B029D-892B-4B6C-AF85-5152276F7FB4}" srcId="{30D51420-9524-41F5-B6C6-F1D723CE7F03}" destId="{1CD8E198-3AD7-4E1A-9C2E-943011B9C378}" srcOrd="1" destOrd="0" parTransId="{934A187B-DFFA-48F9-A809-BCB0F1B87926}" sibTransId="{03F79F1E-269F-4688-B405-3F440868F1E0}"/>
    <dgm:cxn modelId="{05671FA1-2FB8-4764-924A-57DED6CAED48}" type="presOf" srcId="{5ABB365F-B8F2-4E84-9211-83B2E8196AF1}" destId="{FB426EC1-A2E3-4523-A18E-121585FBEFE5}" srcOrd="0" destOrd="1" presId="urn:microsoft.com/office/officeart/2005/8/layout/vList2"/>
    <dgm:cxn modelId="{BAD45CAE-5886-4D4C-A606-D4A66D950696}" srcId="{988AC538-80A7-4329-B445-FB0D9B13B5BF}" destId="{D6F42439-5D03-45B2-B2EB-6775FA6AE620}" srcOrd="0" destOrd="0" parTransId="{D8E06566-9911-4AA4-9E9F-16A4AAAF73AC}" sibTransId="{7D8513D0-8F30-4ADE-A282-2279F9A12CE6}"/>
    <dgm:cxn modelId="{CD1683B1-B48C-4F90-BC1B-BEAA1FF397DA}" srcId="{42B011D7-C940-4276-9DDC-F157D4B06566}" destId="{9FA33FC4-6D9C-4B89-BF10-166BBC058D82}" srcOrd="1" destOrd="0" parTransId="{93D3B0E1-1EE8-41AA-8F91-0E96D3EDEC5D}" sibTransId="{984585B0-C407-4057-9227-558B9E771ED6}"/>
    <dgm:cxn modelId="{EB2B53C5-B170-4525-9946-AB6325C9E763}" type="presOf" srcId="{E3AD1C0A-A4AF-4993-AFBB-BE32BAC579E8}" destId="{FB426EC1-A2E3-4523-A18E-121585FBEFE5}" srcOrd="0" destOrd="0" presId="urn:microsoft.com/office/officeart/2005/8/layout/vList2"/>
    <dgm:cxn modelId="{C7A357C5-660C-444F-AFAC-2F7443489476}" srcId="{42B011D7-C940-4276-9DDC-F157D4B06566}" destId="{E1942387-C341-4AAC-B21F-971E7E2BAF62}" srcOrd="0" destOrd="0" parTransId="{373A49A5-CF12-4626-832C-92C2F61810AC}" sibTransId="{758A7247-8CCB-435B-9DC8-8E07D19D969C}"/>
    <dgm:cxn modelId="{1AD1D1D3-E234-463E-A1E8-ADBCF3BCECD6}" type="presOf" srcId="{490FEA17-3A1A-4FC1-806F-41ECB3CCB903}" destId="{86E342C8-7578-4DE1-88EE-BC3B269FD44A}" srcOrd="0" destOrd="2" presId="urn:microsoft.com/office/officeart/2005/8/layout/vList2"/>
    <dgm:cxn modelId="{C081D8DB-AFFA-43B3-9CB5-0B151CC8E857}" type="presOf" srcId="{D6F42439-5D03-45B2-B2EB-6775FA6AE620}" destId="{A8DFFEF9-BEBA-42A6-9E6C-A6263154DB60}" srcOrd="0" destOrd="0" presId="urn:microsoft.com/office/officeart/2005/8/layout/vList2"/>
    <dgm:cxn modelId="{93A87FF3-E3D9-4E5C-9C24-74483424BD9D}" srcId="{988AC538-80A7-4329-B445-FB0D9B13B5BF}" destId="{3EB24692-1D43-42E8-B912-559C597521CE}" srcOrd="1" destOrd="0" parTransId="{B5335321-684B-4224-9D06-5C4318809D84}" sibTransId="{C11DDF99-8D78-43C1-ACB1-D3F1CE218F1B}"/>
    <dgm:cxn modelId="{CA14BDFA-461C-4080-9FB7-1915EFBD5478}" type="presOf" srcId="{1CD8E198-3AD7-4E1A-9C2E-943011B9C378}" destId="{975BD40E-713B-4FBE-A720-6612C882CB08}" srcOrd="0" destOrd="0" presId="urn:microsoft.com/office/officeart/2005/8/layout/vList2"/>
    <dgm:cxn modelId="{85091EFC-404B-44B8-8DB6-EA0D1FFBA4FA}" srcId="{30D51420-9524-41F5-B6C6-F1D723CE7F03}" destId="{988AC538-80A7-4329-B445-FB0D9B13B5BF}" srcOrd="2" destOrd="0" parTransId="{BF602BCF-3C9C-4A87-869E-A6FB80958110}" sibTransId="{2A40C9B0-B470-4C3D-9245-92A46CAABB76}"/>
    <dgm:cxn modelId="{D105ABFD-5CA1-4A5D-B211-5732DF2287CC}" srcId="{30D51420-9524-41F5-B6C6-F1D723CE7F03}" destId="{42B011D7-C940-4276-9DDC-F157D4B06566}" srcOrd="0" destOrd="0" parTransId="{8F0EF088-9E5C-4662-903D-C2D7FC1228E8}" sibTransId="{9B6CF4E3-24FC-44BF-9C7E-59A11EB92361}"/>
    <dgm:cxn modelId="{B44D0D82-A74A-46A8-880F-4948AF7BD794}" type="presParOf" srcId="{CF00D3D0-14CF-4405-993D-B4CEC502F139}" destId="{29B050D4-15DA-4A5E-B837-163378CAB86E}" srcOrd="0" destOrd="0" presId="urn:microsoft.com/office/officeart/2005/8/layout/vList2"/>
    <dgm:cxn modelId="{BF214268-A451-49FF-A465-F9F40C07F58F}" type="presParOf" srcId="{CF00D3D0-14CF-4405-993D-B4CEC502F139}" destId="{86E342C8-7578-4DE1-88EE-BC3B269FD44A}" srcOrd="1" destOrd="0" presId="urn:microsoft.com/office/officeart/2005/8/layout/vList2"/>
    <dgm:cxn modelId="{939EFBCD-EB01-4182-89B1-ADE15068F1AB}" type="presParOf" srcId="{CF00D3D0-14CF-4405-993D-B4CEC502F139}" destId="{975BD40E-713B-4FBE-A720-6612C882CB08}" srcOrd="2" destOrd="0" presId="urn:microsoft.com/office/officeart/2005/8/layout/vList2"/>
    <dgm:cxn modelId="{E027FD79-1143-4648-B4C7-2BAEC8A59C3D}" type="presParOf" srcId="{CF00D3D0-14CF-4405-993D-B4CEC502F139}" destId="{FB426EC1-A2E3-4523-A18E-121585FBEFE5}" srcOrd="3" destOrd="0" presId="urn:microsoft.com/office/officeart/2005/8/layout/vList2"/>
    <dgm:cxn modelId="{097A6D15-9413-484D-A013-5BE0641A81C4}" type="presParOf" srcId="{CF00D3D0-14CF-4405-993D-B4CEC502F139}" destId="{415C75BF-F710-4DAC-9CFC-6FED4886B906}" srcOrd="4" destOrd="0" presId="urn:microsoft.com/office/officeart/2005/8/layout/vList2"/>
    <dgm:cxn modelId="{F2D24899-C4DD-48D5-BC06-A6DAD487CF19}" type="presParOf" srcId="{CF00D3D0-14CF-4405-993D-B4CEC502F139}" destId="{A8DFFEF9-BEBA-42A6-9E6C-A6263154DB6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0D51420-9524-41F5-B6C6-F1D723CE7F0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B011D7-C940-4276-9DDC-F157D4B06566}">
      <dgm:prSet custT="1"/>
      <dgm:spPr/>
      <dgm:t>
        <a:bodyPr/>
        <a:lstStyle/>
        <a:p>
          <a:r>
            <a:rPr lang="fr-FR" sz="2000" b="1" dirty="0">
              <a:latin typeface="Aptos" panose="020B0004020202020204" pitchFamily="34" charset="0"/>
            </a:rPr>
            <a:t>Conditions aux limites</a:t>
          </a:r>
          <a:endParaRPr lang="en-US" sz="2000" b="1" dirty="0">
            <a:latin typeface="Aptos" panose="020B0004020202020204" pitchFamily="34" charset="0"/>
          </a:endParaRPr>
        </a:p>
      </dgm:t>
    </dgm:pt>
    <dgm:pt modelId="{8F0EF088-9E5C-4662-903D-C2D7FC1228E8}" type="parTrans" cxnId="{D105ABFD-5CA1-4A5D-B211-5732DF2287C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9B6CF4E3-24FC-44BF-9C7E-59A11EB92361}" type="sibTrans" cxnId="{D105ABFD-5CA1-4A5D-B211-5732DF2287C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9FA33FC4-6D9C-4B89-BF10-166BBC058D82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93D3B0E1-1EE8-41AA-8F91-0E96D3EDEC5D}" type="parTrans" cxnId="{CD1683B1-B48C-4F90-BC1B-BEAA1FF397D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984585B0-C407-4057-9227-558B9E771ED6}" type="sibTrans" cxnId="{CD1683B1-B48C-4F90-BC1B-BEAA1FF397D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490FEA17-3A1A-4FC1-806F-41ECB3CCB903}">
      <dgm:prSet custT="1"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EF432EDA-D8D6-4721-93A4-0DA96689FD10}" type="parTrans" cxnId="{3C87B56A-7C6A-42B2-9F40-BF3221E0E0D3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C7CBEE2F-740A-4977-8B35-895C6124A77C}" type="sibTrans" cxnId="{3C87B56A-7C6A-42B2-9F40-BF3221E0E0D3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1CD8E198-3AD7-4E1A-9C2E-943011B9C378}">
      <dgm:prSet custT="1"/>
      <dgm:spPr/>
      <dgm:t>
        <a:bodyPr/>
        <a:lstStyle/>
        <a:p>
          <a:r>
            <a:rPr lang="fr-FR" sz="2000" b="1" dirty="0">
              <a:latin typeface="Aptos" panose="020B0004020202020204" pitchFamily="34" charset="0"/>
            </a:rPr>
            <a:t>Réduction du domaine</a:t>
          </a:r>
          <a:endParaRPr lang="en-US" sz="2000" dirty="0">
            <a:latin typeface="Aptos" panose="020B0004020202020204" pitchFamily="34" charset="0"/>
          </a:endParaRPr>
        </a:p>
      </dgm:t>
    </dgm:pt>
    <dgm:pt modelId="{934A187B-DFFA-48F9-A809-BCB0F1B87926}" type="parTrans" cxnId="{910B029D-892B-4B6C-AF85-5152276F7FB4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03F79F1E-269F-4688-B405-3F440868F1E0}" type="sibTrans" cxnId="{910B029D-892B-4B6C-AF85-5152276F7FB4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E3AD1C0A-A4AF-4993-AFBB-BE32BAC579E8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Exploitation des symétries géométriques, de chargement et des conditions limites.</a:t>
          </a:r>
          <a:endParaRPr lang="en-US" sz="2000" dirty="0">
            <a:latin typeface="Aptos" panose="020B0004020202020204" pitchFamily="34" charset="0"/>
          </a:endParaRPr>
        </a:p>
      </dgm:t>
    </dgm:pt>
    <dgm:pt modelId="{E7948B64-622E-4C24-8126-872D668D5A76}" type="parTrans" cxnId="{36396B68-6A51-4026-8967-9E95A2E1D137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C497C3E7-F86F-4EDF-B341-153F8AD0CF23}" type="sibTrans" cxnId="{36396B68-6A51-4026-8967-9E95A2E1D137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5ABB365F-B8F2-4E84-9211-83B2E8196AF1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Modélisation d’un </a:t>
          </a:r>
          <a:r>
            <a:rPr lang="fr-FR" sz="2000" b="1" dirty="0">
              <a:latin typeface="Aptos" panose="020B0004020202020204" pitchFamily="34" charset="0"/>
            </a:rPr>
            <a:t>quart de cuve (1/4)</a:t>
          </a:r>
          <a:endParaRPr lang="en-US" sz="2000" dirty="0">
            <a:latin typeface="Aptos" panose="020B0004020202020204" pitchFamily="34" charset="0"/>
          </a:endParaRPr>
        </a:p>
      </dgm:t>
    </dgm:pt>
    <dgm:pt modelId="{E537D9D1-6E89-4C4E-B8CA-25BDA9614135}" type="parTrans" cxnId="{4DCAF125-7B73-40D5-9982-F2A42D101B78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2ECB1487-B07C-4438-B037-AAE9EEF94033}" type="sibTrans" cxnId="{4DCAF125-7B73-40D5-9982-F2A42D101B78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988AC538-80A7-4329-B445-FB0D9B13B5BF}">
      <dgm:prSet custT="1"/>
      <dgm:spPr/>
      <dgm:t>
        <a:bodyPr/>
        <a:lstStyle/>
        <a:p>
          <a:r>
            <a:rPr lang="fr-FR" sz="2000" b="1" dirty="0">
              <a:latin typeface="Aptos" panose="020B0004020202020204" pitchFamily="34" charset="0"/>
            </a:rPr>
            <a:t>Avantages</a:t>
          </a:r>
          <a:endParaRPr lang="en-US" sz="2000" dirty="0">
            <a:latin typeface="Aptos" panose="020B0004020202020204" pitchFamily="34" charset="0"/>
          </a:endParaRPr>
        </a:p>
      </dgm:t>
    </dgm:pt>
    <dgm:pt modelId="{BF602BCF-3C9C-4A87-869E-A6FB80958110}" type="parTrans" cxnId="{85091EFC-404B-44B8-8DB6-EA0D1FFBA4F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2A40C9B0-B470-4C3D-9245-92A46CAABB76}" type="sibTrans" cxnId="{85091EFC-404B-44B8-8DB6-EA0D1FFBA4F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D6F42439-5D03-45B2-B2EB-6775FA6AE620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Réduction du temps de calcul</a:t>
          </a:r>
          <a:endParaRPr lang="en-US" sz="2000" dirty="0">
            <a:latin typeface="Aptos" panose="020B0004020202020204" pitchFamily="34" charset="0"/>
          </a:endParaRPr>
        </a:p>
      </dgm:t>
    </dgm:pt>
    <dgm:pt modelId="{D8E06566-9911-4AA4-9E9F-16A4AAAF73AC}" type="parTrans" cxnId="{BAD45CAE-5886-4D4C-A606-D4A66D950696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7D8513D0-8F30-4ADE-A282-2279F9A12CE6}" type="sibTrans" cxnId="{BAD45CAE-5886-4D4C-A606-D4A66D950696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3EB24692-1D43-42E8-B912-559C597521CE}">
      <dgm:prSet custT="1"/>
      <dgm:spPr/>
      <dgm:t>
        <a:bodyPr/>
        <a:lstStyle/>
        <a:p>
          <a:r>
            <a:rPr lang="fr-FR" sz="2000" dirty="0">
              <a:latin typeface="Aptos" panose="020B0004020202020204" pitchFamily="34" charset="0"/>
            </a:rPr>
            <a:t>Conservation du comportement mécanique global</a:t>
          </a:r>
          <a:endParaRPr lang="en-US" sz="2000" dirty="0">
            <a:latin typeface="Aptos" panose="020B0004020202020204" pitchFamily="34" charset="0"/>
          </a:endParaRPr>
        </a:p>
      </dgm:t>
    </dgm:pt>
    <dgm:pt modelId="{B5335321-684B-4224-9D06-5C4318809D84}" type="parTrans" cxnId="{93A87FF3-E3D9-4E5C-9C24-74483424BD9D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C11DDF99-8D78-43C1-ACB1-D3F1CE218F1B}" type="sibTrans" cxnId="{93A87FF3-E3D9-4E5C-9C24-74483424BD9D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E1942387-C341-4AAC-B21F-971E7E2BAF62}">
      <dgm:prSet custT="1"/>
      <dgm:spPr>
        <a:blipFill>
          <a:blip xmlns:r="http://schemas.openxmlformats.org/officeDocument/2006/relationships" r:embed="rId1"/>
          <a:stretch>
            <a:fillRect t="-8333" b="-12500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373A49A5-CF12-4626-832C-92C2F61810AC}" type="parTrans" cxnId="{C7A357C5-660C-444F-AFAC-2F744348947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758A7247-8CCB-435B-9DC8-8E07D19D969C}" type="sibTrans" cxnId="{C7A357C5-660C-444F-AFAC-2F7443489476}">
      <dgm:prSet/>
      <dgm:spPr/>
      <dgm:t>
        <a:bodyPr/>
        <a:lstStyle/>
        <a:p>
          <a:endParaRPr lang="en-US">
            <a:latin typeface="Aptos" panose="020B0004020202020204" pitchFamily="34" charset="0"/>
          </a:endParaRPr>
        </a:p>
      </dgm:t>
    </dgm:pt>
    <dgm:pt modelId="{CF00D3D0-14CF-4405-993D-B4CEC502F139}" type="pres">
      <dgm:prSet presAssocID="{30D51420-9524-41F5-B6C6-F1D723CE7F03}" presName="linear" presStyleCnt="0">
        <dgm:presLayoutVars>
          <dgm:animLvl val="lvl"/>
          <dgm:resizeHandles val="exact"/>
        </dgm:presLayoutVars>
      </dgm:prSet>
      <dgm:spPr/>
    </dgm:pt>
    <dgm:pt modelId="{29B050D4-15DA-4A5E-B837-163378CAB86E}" type="pres">
      <dgm:prSet presAssocID="{42B011D7-C940-4276-9DDC-F157D4B0656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6E342C8-7578-4DE1-88EE-BC3B269FD44A}" type="pres">
      <dgm:prSet presAssocID="{42B011D7-C940-4276-9DDC-F157D4B06566}" presName="childText" presStyleLbl="revTx" presStyleIdx="0" presStyleCnt="3">
        <dgm:presLayoutVars>
          <dgm:bulletEnabled val="1"/>
        </dgm:presLayoutVars>
      </dgm:prSet>
      <dgm:spPr/>
    </dgm:pt>
    <dgm:pt modelId="{975BD40E-713B-4FBE-A720-6612C882CB08}" type="pres">
      <dgm:prSet presAssocID="{1CD8E198-3AD7-4E1A-9C2E-943011B9C37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B426EC1-A2E3-4523-A18E-121585FBEFE5}" type="pres">
      <dgm:prSet presAssocID="{1CD8E198-3AD7-4E1A-9C2E-943011B9C378}" presName="childText" presStyleLbl="revTx" presStyleIdx="1" presStyleCnt="3">
        <dgm:presLayoutVars>
          <dgm:bulletEnabled val="1"/>
        </dgm:presLayoutVars>
      </dgm:prSet>
      <dgm:spPr/>
    </dgm:pt>
    <dgm:pt modelId="{415C75BF-F710-4DAC-9CFC-6FED4886B906}" type="pres">
      <dgm:prSet presAssocID="{988AC538-80A7-4329-B445-FB0D9B13B5B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8DFFEF9-BEBA-42A6-9E6C-A6263154DB60}" type="pres">
      <dgm:prSet presAssocID="{988AC538-80A7-4329-B445-FB0D9B13B5BF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8E364C01-4BE9-4AE4-BE52-F8682B2D11CF}" type="presOf" srcId="{42B011D7-C940-4276-9DDC-F157D4B06566}" destId="{29B050D4-15DA-4A5E-B837-163378CAB86E}" srcOrd="0" destOrd="0" presId="urn:microsoft.com/office/officeart/2005/8/layout/vList2"/>
    <dgm:cxn modelId="{DB4DAA0D-D596-4845-9D10-EF71B28BBCC7}" type="presOf" srcId="{3EB24692-1D43-42E8-B912-559C597521CE}" destId="{A8DFFEF9-BEBA-42A6-9E6C-A6263154DB60}" srcOrd="0" destOrd="1" presId="urn:microsoft.com/office/officeart/2005/8/layout/vList2"/>
    <dgm:cxn modelId="{4DCAF125-7B73-40D5-9982-F2A42D101B78}" srcId="{1CD8E198-3AD7-4E1A-9C2E-943011B9C378}" destId="{5ABB365F-B8F2-4E84-9211-83B2E8196AF1}" srcOrd="1" destOrd="0" parTransId="{E537D9D1-6E89-4C4E-B8CA-25BDA9614135}" sibTransId="{2ECB1487-B07C-4438-B037-AAE9EEF94033}"/>
    <dgm:cxn modelId="{95F75036-E397-4889-8695-05515AB0220A}" type="presOf" srcId="{9FA33FC4-6D9C-4B89-BF10-166BBC058D82}" destId="{86E342C8-7578-4DE1-88EE-BC3B269FD44A}" srcOrd="0" destOrd="1" presId="urn:microsoft.com/office/officeart/2005/8/layout/vList2"/>
    <dgm:cxn modelId="{9333B35F-71D1-4C7D-9B83-1AA71036AB2B}" type="presOf" srcId="{988AC538-80A7-4329-B445-FB0D9B13B5BF}" destId="{415C75BF-F710-4DAC-9CFC-6FED4886B906}" srcOrd="0" destOrd="0" presId="urn:microsoft.com/office/officeart/2005/8/layout/vList2"/>
    <dgm:cxn modelId="{36396B68-6A51-4026-8967-9E95A2E1D137}" srcId="{1CD8E198-3AD7-4E1A-9C2E-943011B9C378}" destId="{E3AD1C0A-A4AF-4993-AFBB-BE32BAC579E8}" srcOrd="0" destOrd="0" parTransId="{E7948B64-622E-4C24-8126-872D668D5A76}" sibTransId="{C497C3E7-F86F-4EDF-B341-153F8AD0CF23}"/>
    <dgm:cxn modelId="{3C87B56A-7C6A-42B2-9F40-BF3221E0E0D3}" srcId="{42B011D7-C940-4276-9DDC-F157D4B06566}" destId="{490FEA17-3A1A-4FC1-806F-41ECB3CCB903}" srcOrd="2" destOrd="0" parTransId="{EF432EDA-D8D6-4721-93A4-0DA96689FD10}" sibTransId="{C7CBEE2F-740A-4977-8B35-895C6124A77C}"/>
    <dgm:cxn modelId="{62671059-9B08-482D-877D-CA4797968014}" type="presOf" srcId="{E1942387-C341-4AAC-B21F-971E7E2BAF62}" destId="{86E342C8-7578-4DE1-88EE-BC3B269FD44A}" srcOrd="0" destOrd="0" presId="urn:microsoft.com/office/officeart/2005/8/layout/vList2"/>
    <dgm:cxn modelId="{6EDB0E81-546F-42FE-8E82-1DC3B1FF064D}" type="presOf" srcId="{30D51420-9524-41F5-B6C6-F1D723CE7F03}" destId="{CF00D3D0-14CF-4405-993D-B4CEC502F139}" srcOrd="0" destOrd="0" presId="urn:microsoft.com/office/officeart/2005/8/layout/vList2"/>
    <dgm:cxn modelId="{910B029D-892B-4B6C-AF85-5152276F7FB4}" srcId="{30D51420-9524-41F5-B6C6-F1D723CE7F03}" destId="{1CD8E198-3AD7-4E1A-9C2E-943011B9C378}" srcOrd="1" destOrd="0" parTransId="{934A187B-DFFA-48F9-A809-BCB0F1B87926}" sibTransId="{03F79F1E-269F-4688-B405-3F440868F1E0}"/>
    <dgm:cxn modelId="{05671FA1-2FB8-4764-924A-57DED6CAED48}" type="presOf" srcId="{5ABB365F-B8F2-4E84-9211-83B2E8196AF1}" destId="{FB426EC1-A2E3-4523-A18E-121585FBEFE5}" srcOrd="0" destOrd="1" presId="urn:microsoft.com/office/officeart/2005/8/layout/vList2"/>
    <dgm:cxn modelId="{BAD45CAE-5886-4D4C-A606-D4A66D950696}" srcId="{988AC538-80A7-4329-B445-FB0D9B13B5BF}" destId="{D6F42439-5D03-45B2-B2EB-6775FA6AE620}" srcOrd="0" destOrd="0" parTransId="{D8E06566-9911-4AA4-9E9F-16A4AAAF73AC}" sibTransId="{7D8513D0-8F30-4ADE-A282-2279F9A12CE6}"/>
    <dgm:cxn modelId="{CD1683B1-B48C-4F90-BC1B-BEAA1FF397DA}" srcId="{42B011D7-C940-4276-9DDC-F157D4B06566}" destId="{9FA33FC4-6D9C-4B89-BF10-166BBC058D82}" srcOrd="1" destOrd="0" parTransId="{93D3B0E1-1EE8-41AA-8F91-0E96D3EDEC5D}" sibTransId="{984585B0-C407-4057-9227-558B9E771ED6}"/>
    <dgm:cxn modelId="{EB2B53C5-B170-4525-9946-AB6325C9E763}" type="presOf" srcId="{E3AD1C0A-A4AF-4993-AFBB-BE32BAC579E8}" destId="{FB426EC1-A2E3-4523-A18E-121585FBEFE5}" srcOrd="0" destOrd="0" presId="urn:microsoft.com/office/officeart/2005/8/layout/vList2"/>
    <dgm:cxn modelId="{C7A357C5-660C-444F-AFAC-2F7443489476}" srcId="{42B011D7-C940-4276-9DDC-F157D4B06566}" destId="{E1942387-C341-4AAC-B21F-971E7E2BAF62}" srcOrd="0" destOrd="0" parTransId="{373A49A5-CF12-4626-832C-92C2F61810AC}" sibTransId="{758A7247-8CCB-435B-9DC8-8E07D19D969C}"/>
    <dgm:cxn modelId="{1AD1D1D3-E234-463E-A1E8-ADBCF3BCECD6}" type="presOf" srcId="{490FEA17-3A1A-4FC1-806F-41ECB3CCB903}" destId="{86E342C8-7578-4DE1-88EE-BC3B269FD44A}" srcOrd="0" destOrd="2" presId="urn:microsoft.com/office/officeart/2005/8/layout/vList2"/>
    <dgm:cxn modelId="{C081D8DB-AFFA-43B3-9CB5-0B151CC8E857}" type="presOf" srcId="{D6F42439-5D03-45B2-B2EB-6775FA6AE620}" destId="{A8DFFEF9-BEBA-42A6-9E6C-A6263154DB60}" srcOrd="0" destOrd="0" presId="urn:microsoft.com/office/officeart/2005/8/layout/vList2"/>
    <dgm:cxn modelId="{93A87FF3-E3D9-4E5C-9C24-74483424BD9D}" srcId="{988AC538-80A7-4329-B445-FB0D9B13B5BF}" destId="{3EB24692-1D43-42E8-B912-559C597521CE}" srcOrd="1" destOrd="0" parTransId="{B5335321-684B-4224-9D06-5C4318809D84}" sibTransId="{C11DDF99-8D78-43C1-ACB1-D3F1CE218F1B}"/>
    <dgm:cxn modelId="{CA14BDFA-461C-4080-9FB7-1915EFBD5478}" type="presOf" srcId="{1CD8E198-3AD7-4E1A-9C2E-943011B9C378}" destId="{975BD40E-713B-4FBE-A720-6612C882CB08}" srcOrd="0" destOrd="0" presId="urn:microsoft.com/office/officeart/2005/8/layout/vList2"/>
    <dgm:cxn modelId="{85091EFC-404B-44B8-8DB6-EA0D1FFBA4FA}" srcId="{30D51420-9524-41F5-B6C6-F1D723CE7F03}" destId="{988AC538-80A7-4329-B445-FB0D9B13B5BF}" srcOrd="2" destOrd="0" parTransId="{BF602BCF-3C9C-4A87-869E-A6FB80958110}" sibTransId="{2A40C9B0-B470-4C3D-9245-92A46CAABB76}"/>
    <dgm:cxn modelId="{D105ABFD-5CA1-4A5D-B211-5732DF2287CC}" srcId="{30D51420-9524-41F5-B6C6-F1D723CE7F03}" destId="{42B011D7-C940-4276-9DDC-F157D4B06566}" srcOrd="0" destOrd="0" parTransId="{8F0EF088-9E5C-4662-903D-C2D7FC1228E8}" sibTransId="{9B6CF4E3-24FC-44BF-9C7E-59A11EB92361}"/>
    <dgm:cxn modelId="{B44D0D82-A74A-46A8-880F-4948AF7BD794}" type="presParOf" srcId="{CF00D3D0-14CF-4405-993D-B4CEC502F139}" destId="{29B050D4-15DA-4A5E-B837-163378CAB86E}" srcOrd="0" destOrd="0" presId="urn:microsoft.com/office/officeart/2005/8/layout/vList2"/>
    <dgm:cxn modelId="{BF214268-A451-49FF-A465-F9F40C07F58F}" type="presParOf" srcId="{CF00D3D0-14CF-4405-993D-B4CEC502F139}" destId="{86E342C8-7578-4DE1-88EE-BC3B269FD44A}" srcOrd="1" destOrd="0" presId="urn:microsoft.com/office/officeart/2005/8/layout/vList2"/>
    <dgm:cxn modelId="{939EFBCD-EB01-4182-89B1-ADE15068F1AB}" type="presParOf" srcId="{CF00D3D0-14CF-4405-993D-B4CEC502F139}" destId="{975BD40E-713B-4FBE-A720-6612C882CB08}" srcOrd="2" destOrd="0" presId="urn:microsoft.com/office/officeart/2005/8/layout/vList2"/>
    <dgm:cxn modelId="{E027FD79-1143-4648-B4C7-2BAEC8A59C3D}" type="presParOf" srcId="{CF00D3D0-14CF-4405-993D-B4CEC502F139}" destId="{FB426EC1-A2E3-4523-A18E-121585FBEFE5}" srcOrd="3" destOrd="0" presId="urn:microsoft.com/office/officeart/2005/8/layout/vList2"/>
    <dgm:cxn modelId="{097A6D15-9413-484D-A013-5BE0641A81C4}" type="presParOf" srcId="{CF00D3D0-14CF-4405-993D-B4CEC502F139}" destId="{415C75BF-F710-4DAC-9CFC-6FED4886B906}" srcOrd="4" destOrd="0" presId="urn:microsoft.com/office/officeart/2005/8/layout/vList2"/>
    <dgm:cxn modelId="{F2D24899-C4DD-48D5-BC06-A6DAD487CF19}" type="presParOf" srcId="{CF00D3D0-14CF-4405-993D-B4CEC502F139}" destId="{A8DFFEF9-BEBA-42A6-9E6C-A6263154DB6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3E6D9857-6C47-49F4-825D-97A4B4788B40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CEFE6EB-4253-4E79-82C8-5701C7234ADD}">
      <dgm:prSet custT="1"/>
      <dgm:spPr/>
      <dgm:t>
        <a:bodyPr/>
        <a:lstStyle/>
        <a:p>
          <a:r>
            <a:rPr lang="en-US" sz="2000" dirty="0" err="1">
              <a:latin typeface="Aptos" panose="020B0004020202020204" pitchFamily="34" charset="0"/>
            </a:rPr>
            <a:t>Calcul</a:t>
          </a:r>
          <a:r>
            <a:rPr lang="en-US" sz="2000" dirty="0">
              <a:latin typeface="Aptos" panose="020B0004020202020204" pitchFamily="34" charset="0"/>
            </a:rPr>
            <a:t> </a:t>
          </a:r>
          <a:r>
            <a:rPr lang="en-US" sz="2000" dirty="0" err="1">
              <a:latin typeface="Aptos" panose="020B0004020202020204" pitchFamily="34" charset="0"/>
            </a:rPr>
            <a:t>réalisé</a:t>
          </a:r>
          <a:r>
            <a:rPr lang="en-US" sz="2000" dirty="0">
              <a:latin typeface="Aptos" panose="020B0004020202020204" pitchFamily="34" charset="0"/>
            </a:rPr>
            <a:t> sous </a:t>
          </a:r>
          <a:r>
            <a:rPr lang="en-US" sz="2000" b="1" dirty="0" err="1">
              <a:latin typeface="Aptos" panose="020B0004020202020204" pitchFamily="34" charset="0"/>
            </a:rPr>
            <a:t>poids</a:t>
          </a:r>
          <a:r>
            <a:rPr lang="en-US" sz="2000" b="1" dirty="0">
              <a:latin typeface="Aptos" panose="020B0004020202020204" pitchFamily="34" charset="0"/>
            </a:rPr>
            <a:t> propre</a:t>
          </a:r>
          <a:endParaRPr lang="en-US" sz="2000" dirty="0">
            <a:latin typeface="Aptos" panose="020B0004020202020204" pitchFamily="34" charset="0"/>
          </a:endParaRPr>
        </a:p>
      </dgm:t>
    </dgm:pt>
    <dgm:pt modelId="{5FB7917B-9716-465E-B8A3-B92B3DA88C0D}" type="parTrans" cxnId="{FDA8B67F-6AA1-4F54-A815-62B99D88474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1B04D42A-516D-4CD3-9EA3-512ADB1BB332}" type="sibTrans" cxnId="{FDA8B67F-6AA1-4F54-A815-62B99D88474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B2DA756F-1C51-4213-94F7-0DCB2CA8B37B}">
      <dgm:prSet custT="1"/>
      <dgm:spPr/>
      <dgm:t>
        <a:bodyPr/>
        <a:lstStyle/>
        <a:p>
          <a:r>
            <a:rPr lang="en-US" sz="2000" dirty="0" err="1">
              <a:latin typeface="Aptos" panose="020B0004020202020204" pitchFamily="34" charset="0"/>
            </a:rPr>
            <a:t>Comparaison</a:t>
          </a:r>
          <a:r>
            <a:rPr lang="en-US" sz="2000" dirty="0">
              <a:latin typeface="Aptos" panose="020B0004020202020204" pitchFamily="34" charset="0"/>
            </a:rPr>
            <a:t> des </a:t>
          </a:r>
          <a:r>
            <a:rPr lang="en-US" sz="2000" b="1" dirty="0" err="1">
              <a:latin typeface="Aptos" panose="020B0004020202020204" pitchFamily="34" charset="0"/>
            </a:rPr>
            <a:t>formes</a:t>
          </a:r>
          <a:r>
            <a:rPr lang="en-US" sz="2000" b="1" dirty="0">
              <a:latin typeface="Aptos" panose="020B0004020202020204" pitchFamily="34" charset="0"/>
            </a:rPr>
            <a:t> de </a:t>
          </a:r>
          <a:r>
            <a:rPr lang="en-US" sz="2000" b="1" dirty="0" err="1">
              <a:latin typeface="Aptos" panose="020B0004020202020204" pitchFamily="34" charset="0"/>
            </a:rPr>
            <a:t>flambement</a:t>
          </a:r>
          <a:endParaRPr lang="en-US" sz="2000" dirty="0">
            <a:latin typeface="Aptos" panose="020B0004020202020204" pitchFamily="34" charset="0"/>
          </a:endParaRPr>
        </a:p>
      </dgm:t>
    </dgm:pt>
    <dgm:pt modelId="{8E8C2488-2F56-4586-8A3E-87CFAD0EDD83}" type="parTrans" cxnId="{D2EB4625-CF4C-443D-BB4B-02CCC66A9AE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3C2EFBF2-9A8C-42F8-9803-6C4776553DE8}" type="sibTrans" cxnId="{D2EB4625-CF4C-443D-BB4B-02CCC66A9AE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11F68893-CD34-4D2E-9C96-12BAE9756860}">
          <dgm:prSet custT="1"/>
          <dgm:spPr/>
          <dgm:t>
            <a:bodyPr/>
            <a:lstStyle/>
            <a:p>
              <a:r>
                <a:rPr lang="en-US" sz="2000" dirty="0">
                  <a:latin typeface="Aptos" panose="020B0004020202020204" pitchFamily="34" charset="0"/>
                </a:rPr>
                <a:t>Modèle </a:t>
              </a:r>
              <a:r>
                <a:rPr lang="en-US" sz="2000" dirty="0" err="1">
                  <a:latin typeface="Aptos" panose="020B0004020202020204" pitchFamily="34" charset="0"/>
                </a:rPr>
                <a:t>complet</a:t>
              </a:r>
              <a:r>
                <a:rPr lang="en-US" sz="2000" dirty="0">
                  <a:latin typeface="Aptos" panose="020B0004020202020204" pitchFamily="34" charset="0"/>
                </a:rPr>
                <a:t> :</a:t>
              </a:r>
              <a14:m>
                <m:oMath xmlns:m="http://schemas.openxmlformats.org/officeDocument/2006/math">
                  <m:r>
                    <a:rPr lang="fr-FR" sz="2000" b="0" i="0" smtClean="0">
                      <a:latin typeface="Cambria Math" panose="02040503050406030204" pitchFamily="18" charset="0"/>
                    </a:rPr>
                    <m:t> </m:t>
                  </m:r>
                  <m:sSub>
                    <m:sSubPr>
                      <m:ctrlPr>
                        <a:rPr lang="ar-EG" sz="200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2000" i="1">
                          <a:latin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ar-EG" sz="2000" i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lang="ar-EG" sz="2000" i="0"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lang="ar-EG" sz="20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2000" i="1">
                          <a:latin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ar-EG" sz="2000" i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lang="ar-EG" sz="2000" i="0">
                      <a:latin typeface="Cambria Math" panose="02040503050406030204" pitchFamily="18" charset="0"/>
                    </a:rPr>
                    <m:t>≈</m:t>
                  </m:r>
                  <m:r>
                    <a:rPr lang="ar-EG" sz="2000" i="0">
                      <a:latin typeface="Cambria Math" panose="02040503050406030204" pitchFamily="18" charset="0"/>
                    </a:rPr>
                    <m:t>2990</m:t>
                  </m:r>
                </m:oMath>
              </a14:m>
              <a:endParaRPr lang="en-US" sz="2000" dirty="0">
                <a:latin typeface="Aptos" panose="020B0004020202020204" pitchFamily="34" charset="0"/>
              </a:endParaRPr>
            </a:p>
          </dgm:t>
        </dgm:pt>
      </mc:Choice>
      <mc:Fallback xmlns="">
        <dgm:pt modelId="{11F68893-CD34-4D2E-9C96-12BAE9756860}">
          <dgm:prSet custT="1"/>
          <dgm:spPr/>
          <dgm:t>
            <a:bodyPr/>
            <a:lstStyle/>
            <a:p>
              <a:r>
                <a:rPr lang="en-US" sz="2000" dirty="0">
                  <a:latin typeface="Aptos" panose="020B0004020202020204" pitchFamily="34" charset="0"/>
                </a:rPr>
                <a:t>Modèle </a:t>
              </a:r>
              <a:r>
                <a:rPr lang="en-US" sz="2000" dirty="0" err="1">
                  <a:latin typeface="Aptos" panose="020B0004020202020204" pitchFamily="34" charset="0"/>
                </a:rPr>
                <a:t>complet</a:t>
              </a:r>
              <a:r>
                <a:rPr lang="en-US" sz="2000" dirty="0">
                  <a:latin typeface="Aptos" panose="020B0004020202020204" pitchFamily="34" charset="0"/>
                </a:rPr>
                <a:t> :</a:t>
              </a:r>
              <a:r>
                <a:rPr lang="fr-FR" sz="2000" b="0" i="0">
                  <a:latin typeface="Cambria Math" panose="02040503050406030204" pitchFamily="18" charset="0"/>
                </a:rPr>
                <a:t> </a:t>
              </a:r>
              <a:r>
                <a:rPr lang="ar-EG" sz="2000" i="0"/>
                <a:t>𝜆_1=𝜆_2≈2990</a:t>
              </a:r>
              <a:endParaRPr lang="en-US" sz="2000" dirty="0">
                <a:latin typeface="Aptos" panose="020B0004020202020204" pitchFamily="34" charset="0"/>
              </a:endParaRPr>
            </a:p>
          </dgm:t>
        </dgm:pt>
      </mc:Fallback>
    </mc:AlternateContent>
    <dgm:pt modelId="{4A21EC49-F03D-4271-AC00-87231694FB50}" type="parTrans" cxnId="{52C83D92-8C74-4686-A701-C952AE25F4EF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3E4C9190-F649-438A-A379-71229FEE9F55}" type="sibTrans" cxnId="{52C83D92-8C74-4686-A701-C952AE25F4EF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mc:AlternateContent xmlns:mc="http://schemas.openxmlformats.org/markup-compatibility/2006" xmlns:a14="http://schemas.microsoft.com/office/drawing/2010/main">
      <mc:Choice Requires="a14">
        <dgm:pt modelId="{5F7BAEB7-D131-49BC-8F8F-62EDFEB1A14F}">
          <dgm:prSet custT="1"/>
          <dgm:spPr/>
          <dgm:t>
            <a:bodyPr/>
            <a:lstStyle/>
            <a:p>
              <a:pPr algn="l"/>
              <a:r>
                <a:rPr lang="en-US" sz="2000" dirty="0" err="1">
                  <a:latin typeface="Aptos" panose="020B0004020202020204" pitchFamily="34" charset="0"/>
                </a:rPr>
                <a:t>Modèle</a:t>
              </a:r>
              <a:r>
                <a:rPr lang="en-US" sz="2000" dirty="0">
                  <a:latin typeface="Aptos" panose="020B0004020202020204" pitchFamily="34" charset="0"/>
                </a:rPr>
                <a:t> 1/4 : </a:t>
              </a:r>
              <a14:m>
                <m:oMath xmlns:m="http://schemas.openxmlformats.org/officeDocument/2006/math">
                  <m:sSub>
                    <m:sSubPr>
                      <m:ctrlPr>
                        <a:rPr lang="ar-EG" sz="20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2000" i="1">
                          <a:latin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ar-EG" sz="2000" i="0">
                          <a:latin typeface="Cambria Math" panose="02040503050406030204" pitchFamily="18" charset="0"/>
                        </a:rPr>
                        <m:t>1</m:t>
                      </m:r>
                    </m:sub>
                  </m:sSub>
                  <m:r>
                    <a:rPr lang="ar-EG" sz="2000" i="0">
                      <a:latin typeface="Cambria Math" panose="02040503050406030204" pitchFamily="18" charset="0"/>
                    </a:rPr>
                    <m:t>≈</m:t>
                  </m:r>
                  <m:r>
                    <a:rPr lang="ar-EG" sz="2000" i="0">
                      <a:latin typeface="Cambria Math" panose="02040503050406030204" pitchFamily="18" charset="0"/>
                    </a:rPr>
                    <m:t>2998</m:t>
                  </m:r>
                </m:oMath>
              </a14:m>
              <a:r>
                <a:rPr lang="ar-EG" sz="2000" dirty="0">
                  <a:latin typeface="Aptos" panose="020B0004020202020204" pitchFamily="34" charset="0"/>
                </a:rPr>
                <a:t>, </a:t>
              </a:r>
              <a14:m>
                <m:oMath xmlns:m="http://schemas.openxmlformats.org/officeDocument/2006/math">
                  <m:sSub>
                    <m:sSubPr>
                      <m:ctrlPr>
                        <a:rPr lang="ar-EG" sz="2000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2000" i="1">
                          <a:latin typeface="Cambria Math" panose="02040503050406030204" pitchFamily="18" charset="0"/>
                        </a:rPr>
                        <m:t>𝜆</m:t>
                      </m:r>
                    </m:e>
                    <m:sub>
                      <m:r>
                        <a:rPr lang="ar-EG" sz="2000" i="0">
                          <a:latin typeface="Cambria Math" panose="02040503050406030204" pitchFamily="18" charset="0"/>
                        </a:rPr>
                        <m:t>2</m:t>
                      </m:r>
                    </m:sub>
                  </m:sSub>
                  <m:r>
                    <a:rPr lang="ar-EG" sz="2000" i="0">
                      <a:latin typeface="Cambria Math" panose="02040503050406030204" pitchFamily="18" charset="0"/>
                    </a:rPr>
                    <m:t>≈</m:t>
                  </m:r>
                  <m:r>
                    <a:rPr lang="ar-EG" sz="2000" i="0">
                      <a:latin typeface="Cambria Math" panose="02040503050406030204" pitchFamily="18" charset="0"/>
                    </a:rPr>
                    <m:t>3003</m:t>
                  </m:r>
                </m:oMath>
              </a14:m>
              <a:endParaRPr lang="en-US" sz="2000" dirty="0">
                <a:latin typeface="Aptos" panose="020B0004020202020204" pitchFamily="34" charset="0"/>
              </a:endParaRPr>
            </a:p>
          </dgm:t>
        </dgm:pt>
      </mc:Choice>
      <mc:Fallback xmlns="">
        <dgm:pt modelId="{5F7BAEB7-D131-49BC-8F8F-62EDFEB1A14F}">
          <dgm:prSet custT="1"/>
          <dgm:spPr/>
          <dgm:t>
            <a:bodyPr/>
            <a:lstStyle/>
            <a:p>
              <a:pPr algn="l"/>
              <a:r>
                <a:rPr lang="en-US" sz="2000" dirty="0" err="1">
                  <a:latin typeface="Aptos" panose="020B0004020202020204" pitchFamily="34" charset="0"/>
                </a:rPr>
                <a:t>Modèle</a:t>
              </a:r>
              <a:r>
                <a:rPr lang="en-US" sz="2000" dirty="0">
                  <a:latin typeface="Aptos" panose="020B0004020202020204" pitchFamily="34" charset="0"/>
                </a:rPr>
                <a:t> 1/4 : </a:t>
              </a:r>
              <a:r>
                <a:rPr lang="ar-EG" sz="2000" i="0"/>
                <a:t>𝜆_1≈2998</a:t>
              </a:r>
              <a:r>
                <a:rPr lang="ar-EG" sz="2000" dirty="0">
                  <a:latin typeface="Aptos" panose="020B0004020202020204" pitchFamily="34" charset="0"/>
                </a:rPr>
                <a:t>, </a:t>
              </a:r>
              <a:r>
                <a:rPr lang="ar-EG" sz="2000" i="0"/>
                <a:t>𝜆_2≈3003</a:t>
              </a:r>
              <a:endParaRPr lang="en-US" sz="2000" dirty="0">
                <a:latin typeface="Aptos" panose="020B0004020202020204" pitchFamily="34" charset="0"/>
              </a:endParaRPr>
            </a:p>
          </dgm:t>
        </dgm:pt>
      </mc:Fallback>
    </mc:AlternateContent>
    <dgm:pt modelId="{7D7E73AB-7094-4BBC-99D2-F55B617F84F9}" type="parTrans" cxnId="{2FD1FD40-47AE-4C51-BB42-FADEDD40AF90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02BB6861-2742-471F-8143-ADB653BB7524}" type="sibTrans" cxnId="{2FD1FD40-47AE-4C51-BB42-FADEDD40AF90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07A09182-94C0-48B9-A800-9E649BC40C0F}" type="pres">
      <dgm:prSet presAssocID="{3E6D9857-6C47-49F4-825D-97A4B4788B40}" presName="linear" presStyleCnt="0">
        <dgm:presLayoutVars>
          <dgm:animLvl val="lvl"/>
          <dgm:resizeHandles val="exact"/>
        </dgm:presLayoutVars>
      </dgm:prSet>
      <dgm:spPr/>
    </dgm:pt>
    <dgm:pt modelId="{798E8C1C-5D48-44CA-9973-C70E7C7CF98F}" type="pres">
      <dgm:prSet presAssocID="{5CEFE6EB-4253-4E79-82C8-5701C7234A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64C88E-14DD-4C33-B5DB-CD2AF553D1D6}" type="pres">
      <dgm:prSet presAssocID="{1B04D42A-516D-4CD3-9EA3-512ADB1BB332}" presName="spacer" presStyleCnt="0"/>
      <dgm:spPr/>
    </dgm:pt>
    <dgm:pt modelId="{366C2098-9B0A-4FE1-A78F-4F5932152F52}" type="pres">
      <dgm:prSet presAssocID="{B2DA756F-1C51-4213-94F7-0DCB2CA8B3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DE26F7-BFC4-437D-A73E-906F15C84D90}" type="pres">
      <dgm:prSet presAssocID="{3C2EFBF2-9A8C-42F8-9803-6C4776553DE8}" presName="spacer" presStyleCnt="0"/>
      <dgm:spPr/>
    </dgm:pt>
    <dgm:pt modelId="{957B8EAC-699D-49C4-B333-634F39F09863}" type="pres">
      <dgm:prSet presAssocID="{11F68893-CD34-4D2E-9C96-12BAE97568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3C27D6-21BA-4DB2-9C26-64157F3398D2}" type="pres">
      <dgm:prSet presAssocID="{3E4C9190-F649-438A-A379-71229FEE9F55}" presName="spacer" presStyleCnt="0"/>
      <dgm:spPr/>
    </dgm:pt>
    <dgm:pt modelId="{94EA181D-CBCD-484A-AFB9-9E2773C543A9}" type="pres">
      <dgm:prSet presAssocID="{5F7BAEB7-D131-49BC-8F8F-62EDFEB1A1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09DB102-4C8D-4D6E-AF01-652F6255447B}" type="presOf" srcId="{B2DA756F-1C51-4213-94F7-0DCB2CA8B37B}" destId="{366C2098-9B0A-4FE1-A78F-4F5932152F52}" srcOrd="0" destOrd="0" presId="urn:microsoft.com/office/officeart/2005/8/layout/vList2"/>
    <dgm:cxn modelId="{D2EB4625-CF4C-443D-BB4B-02CCC66A9AEA}" srcId="{3E6D9857-6C47-49F4-825D-97A4B4788B40}" destId="{B2DA756F-1C51-4213-94F7-0DCB2CA8B37B}" srcOrd="1" destOrd="0" parTransId="{8E8C2488-2F56-4586-8A3E-87CFAD0EDD83}" sibTransId="{3C2EFBF2-9A8C-42F8-9803-6C4776553DE8}"/>
    <dgm:cxn modelId="{2FD1FD40-47AE-4C51-BB42-FADEDD40AF90}" srcId="{3E6D9857-6C47-49F4-825D-97A4B4788B40}" destId="{5F7BAEB7-D131-49BC-8F8F-62EDFEB1A14F}" srcOrd="3" destOrd="0" parTransId="{7D7E73AB-7094-4BBC-99D2-F55B617F84F9}" sibTransId="{02BB6861-2742-471F-8143-ADB653BB7524}"/>
    <dgm:cxn modelId="{FDA8B67F-6AA1-4F54-A815-62B99D88474C}" srcId="{3E6D9857-6C47-49F4-825D-97A4B4788B40}" destId="{5CEFE6EB-4253-4E79-82C8-5701C7234ADD}" srcOrd="0" destOrd="0" parTransId="{5FB7917B-9716-465E-B8A3-B92B3DA88C0D}" sibTransId="{1B04D42A-516D-4CD3-9EA3-512ADB1BB332}"/>
    <dgm:cxn modelId="{52C83D92-8C74-4686-A701-C952AE25F4EF}" srcId="{3E6D9857-6C47-49F4-825D-97A4B4788B40}" destId="{11F68893-CD34-4D2E-9C96-12BAE9756860}" srcOrd="2" destOrd="0" parTransId="{4A21EC49-F03D-4271-AC00-87231694FB50}" sibTransId="{3E4C9190-F649-438A-A379-71229FEE9F55}"/>
    <dgm:cxn modelId="{6ECE34A2-2EDB-4C1B-A7FF-0F548A3612B5}" type="presOf" srcId="{11F68893-CD34-4D2E-9C96-12BAE9756860}" destId="{957B8EAC-699D-49C4-B333-634F39F09863}" srcOrd="0" destOrd="0" presId="urn:microsoft.com/office/officeart/2005/8/layout/vList2"/>
    <dgm:cxn modelId="{C2C7F4AB-90BD-40AD-8D00-24DC514584BC}" type="presOf" srcId="{5F7BAEB7-D131-49BC-8F8F-62EDFEB1A14F}" destId="{94EA181D-CBCD-484A-AFB9-9E2773C543A9}" srcOrd="0" destOrd="0" presId="urn:microsoft.com/office/officeart/2005/8/layout/vList2"/>
    <dgm:cxn modelId="{E4F2E6BB-9C96-4371-97F2-8DE855A2518D}" type="presOf" srcId="{3E6D9857-6C47-49F4-825D-97A4B4788B40}" destId="{07A09182-94C0-48B9-A800-9E649BC40C0F}" srcOrd="0" destOrd="0" presId="urn:microsoft.com/office/officeart/2005/8/layout/vList2"/>
    <dgm:cxn modelId="{F9E886F1-A139-476F-BEA3-E5A2B7B9BB58}" type="presOf" srcId="{5CEFE6EB-4253-4E79-82C8-5701C7234ADD}" destId="{798E8C1C-5D48-44CA-9973-C70E7C7CF98F}" srcOrd="0" destOrd="0" presId="urn:microsoft.com/office/officeart/2005/8/layout/vList2"/>
    <dgm:cxn modelId="{DF339885-9011-4E5A-9CB6-C493266FCBA6}" type="presParOf" srcId="{07A09182-94C0-48B9-A800-9E649BC40C0F}" destId="{798E8C1C-5D48-44CA-9973-C70E7C7CF98F}" srcOrd="0" destOrd="0" presId="urn:microsoft.com/office/officeart/2005/8/layout/vList2"/>
    <dgm:cxn modelId="{964F2C19-82D4-476C-9A5F-E1C521FDF49E}" type="presParOf" srcId="{07A09182-94C0-48B9-A800-9E649BC40C0F}" destId="{2D64C88E-14DD-4C33-B5DB-CD2AF553D1D6}" srcOrd="1" destOrd="0" presId="urn:microsoft.com/office/officeart/2005/8/layout/vList2"/>
    <dgm:cxn modelId="{84CBCBA9-9DCD-42E5-967C-C6EEF02D17AB}" type="presParOf" srcId="{07A09182-94C0-48B9-A800-9E649BC40C0F}" destId="{366C2098-9B0A-4FE1-A78F-4F5932152F52}" srcOrd="2" destOrd="0" presId="urn:microsoft.com/office/officeart/2005/8/layout/vList2"/>
    <dgm:cxn modelId="{A2856ECB-23DB-4600-8008-C2AB6C571E43}" type="presParOf" srcId="{07A09182-94C0-48B9-A800-9E649BC40C0F}" destId="{56DE26F7-BFC4-437D-A73E-906F15C84D90}" srcOrd="3" destOrd="0" presId="urn:microsoft.com/office/officeart/2005/8/layout/vList2"/>
    <dgm:cxn modelId="{824F653D-5F13-4007-A21A-78EDEEBBE047}" type="presParOf" srcId="{07A09182-94C0-48B9-A800-9E649BC40C0F}" destId="{957B8EAC-699D-49C4-B333-634F39F09863}" srcOrd="4" destOrd="0" presId="urn:microsoft.com/office/officeart/2005/8/layout/vList2"/>
    <dgm:cxn modelId="{B02123CB-C528-4496-8E6F-1F394A0B191C}" type="presParOf" srcId="{07A09182-94C0-48B9-A800-9E649BC40C0F}" destId="{FD3C27D6-21BA-4DB2-9C26-64157F3398D2}" srcOrd="5" destOrd="0" presId="urn:microsoft.com/office/officeart/2005/8/layout/vList2"/>
    <dgm:cxn modelId="{218CFEF3-3654-41EB-A078-CFA90C0E167F}" type="presParOf" srcId="{07A09182-94C0-48B9-A800-9E649BC40C0F}" destId="{94EA181D-CBCD-484A-AFB9-9E2773C543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3E6D9857-6C47-49F4-825D-97A4B4788B40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5CEFE6EB-4253-4E79-82C8-5701C7234ADD}">
      <dgm:prSet custT="1"/>
      <dgm:spPr/>
      <dgm:t>
        <a:bodyPr/>
        <a:lstStyle/>
        <a:p>
          <a:r>
            <a:rPr lang="en-US" sz="2000" dirty="0" err="1">
              <a:latin typeface="Aptos" panose="020B0004020202020204" pitchFamily="34" charset="0"/>
            </a:rPr>
            <a:t>Calcul</a:t>
          </a:r>
          <a:r>
            <a:rPr lang="en-US" sz="2000" dirty="0">
              <a:latin typeface="Aptos" panose="020B0004020202020204" pitchFamily="34" charset="0"/>
            </a:rPr>
            <a:t> </a:t>
          </a:r>
          <a:r>
            <a:rPr lang="en-US" sz="2000" dirty="0" err="1">
              <a:latin typeface="Aptos" panose="020B0004020202020204" pitchFamily="34" charset="0"/>
            </a:rPr>
            <a:t>réalisé</a:t>
          </a:r>
          <a:r>
            <a:rPr lang="en-US" sz="2000" dirty="0">
              <a:latin typeface="Aptos" panose="020B0004020202020204" pitchFamily="34" charset="0"/>
            </a:rPr>
            <a:t> sous </a:t>
          </a:r>
          <a:r>
            <a:rPr lang="en-US" sz="2000" b="1" dirty="0" err="1">
              <a:latin typeface="Aptos" panose="020B0004020202020204" pitchFamily="34" charset="0"/>
            </a:rPr>
            <a:t>poids</a:t>
          </a:r>
          <a:r>
            <a:rPr lang="en-US" sz="2000" b="1" dirty="0">
              <a:latin typeface="Aptos" panose="020B0004020202020204" pitchFamily="34" charset="0"/>
            </a:rPr>
            <a:t> propre</a:t>
          </a:r>
          <a:endParaRPr lang="en-US" sz="2000" dirty="0">
            <a:latin typeface="Aptos" panose="020B0004020202020204" pitchFamily="34" charset="0"/>
          </a:endParaRPr>
        </a:p>
      </dgm:t>
    </dgm:pt>
    <dgm:pt modelId="{5FB7917B-9716-465E-B8A3-B92B3DA88C0D}" type="parTrans" cxnId="{FDA8B67F-6AA1-4F54-A815-62B99D88474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1B04D42A-516D-4CD3-9EA3-512ADB1BB332}" type="sibTrans" cxnId="{FDA8B67F-6AA1-4F54-A815-62B99D88474C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B2DA756F-1C51-4213-94F7-0DCB2CA8B37B}">
      <dgm:prSet custT="1"/>
      <dgm:spPr/>
      <dgm:t>
        <a:bodyPr/>
        <a:lstStyle/>
        <a:p>
          <a:r>
            <a:rPr lang="en-US" sz="2000" dirty="0" err="1">
              <a:latin typeface="Aptos" panose="020B0004020202020204" pitchFamily="34" charset="0"/>
            </a:rPr>
            <a:t>Comparaison</a:t>
          </a:r>
          <a:r>
            <a:rPr lang="en-US" sz="2000" dirty="0">
              <a:latin typeface="Aptos" panose="020B0004020202020204" pitchFamily="34" charset="0"/>
            </a:rPr>
            <a:t> des </a:t>
          </a:r>
          <a:r>
            <a:rPr lang="en-US" sz="2000" b="1" dirty="0" err="1">
              <a:latin typeface="Aptos" panose="020B0004020202020204" pitchFamily="34" charset="0"/>
            </a:rPr>
            <a:t>formes</a:t>
          </a:r>
          <a:r>
            <a:rPr lang="en-US" sz="2000" b="1" dirty="0">
              <a:latin typeface="Aptos" panose="020B0004020202020204" pitchFamily="34" charset="0"/>
            </a:rPr>
            <a:t> de </a:t>
          </a:r>
          <a:r>
            <a:rPr lang="en-US" sz="2000" b="1" dirty="0" err="1">
              <a:latin typeface="Aptos" panose="020B0004020202020204" pitchFamily="34" charset="0"/>
            </a:rPr>
            <a:t>flambement</a:t>
          </a:r>
          <a:endParaRPr lang="en-US" sz="2000" dirty="0">
            <a:latin typeface="Aptos" panose="020B0004020202020204" pitchFamily="34" charset="0"/>
          </a:endParaRPr>
        </a:p>
      </dgm:t>
    </dgm:pt>
    <dgm:pt modelId="{8E8C2488-2F56-4586-8A3E-87CFAD0EDD83}" type="parTrans" cxnId="{D2EB4625-CF4C-443D-BB4B-02CCC66A9AE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3C2EFBF2-9A8C-42F8-9803-6C4776553DE8}" type="sibTrans" cxnId="{D2EB4625-CF4C-443D-BB4B-02CCC66A9AEA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11F68893-CD34-4D2E-9C96-12BAE9756860}">
      <dgm:prSet custT="1"/>
      <dgm:spPr>
        <a:blipFill>
          <a:blip xmlns:r="http://schemas.openxmlformats.org/officeDocument/2006/relationships" r:embed="rId1"/>
          <a:stretch>
            <a:fillRect l="-68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4A21EC49-F03D-4271-AC00-87231694FB50}" type="parTrans" cxnId="{52C83D92-8C74-4686-A701-C952AE25F4EF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3E4C9190-F649-438A-A379-71229FEE9F55}" type="sibTrans" cxnId="{52C83D92-8C74-4686-A701-C952AE25F4EF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5F7BAEB7-D131-49BC-8F8F-62EDFEB1A14F}">
      <dgm:prSet custT="1"/>
      <dgm:spPr>
        <a:blipFill>
          <a:blip xmlns:r="http://schemas.openxmlformats.org/officeDocument/2006/relationships" r:embed="rId2"/>
          <a:stretch>
            <a:fillRect l="-68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7D7E73AB-7094-4BBC-99D2-F55B617F84F9}" type="parTrans" cxnId="{2FD1FD40-47AE-4C51-BB42-FADEDD40AF90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02BB6861-2742-471F-8143-ADB653BB7524}" type="sibTrans" cxnId="{2FD1FD40-47AE-4C51-BB42-FADEDD40AF90}">
      <dgm:prSet/>
      <dgm:spPr/>
      <dgm:t>
        <a:bodyPr/>
        <a:lstStyle/>
        <a:p>
          <a:endParaRPr lang="en-US" sz="2000">
            <a:latin typeface="Aptos" panose="020B0004020202020204" pitchFamily="34" charset="0"/>
          </a:endParaRPr>
        </a:p>
      </dgm:t>
    </dgm:pt>
    <dgm:pt modelId="{07A09182-94C0-48B9-A800-9E649BC40C0F}" type="pres">
      <dgm:prSet presAssocID="{3E6D9857-6C47-49F4-825D-97A4B4788B40}" presName="linear" presStyleCnt="0">
        <dgm:presLayoutVars>
          <dgm:animLvl val="lvl"/>
          <dgm:resizeHandles val="exact"/>
        </dgm:presLayoutVars>
      </dgm:prSet>
      <dgm:spPr/>
    </dgm:pt>
    <dgm:pt modelId="{798E8C1C-5D48-44CA-9973-C70E7C7CF98F}" type="pres">
      <dgm:prSet presAssocID="{5CEFE6EB-4253-4E79-82C8-5701C7234ADD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D64C88E-14DD-4C33-B5DB-CD2AF553D1D6}" type="pres">
      <dgm:prSet presAssocID="{1B04D42A-516D-4CD3-9EA3-512ADB1BB332}" presName="spacer" presStyleCnt="0"/>
      <dgm:spPr/>
    </dgm:pt>
    <dgm:pt modelId="{366C2098-9B0A-4FE1-A78F-4F5932152F52}" type="pres">
      <dgm:prSet presAssocID="{B2DA756F-1C51-4213-94F7-0DCB2CA8B37B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56DE26F7-BFC4-437D-A73E-906F15C84D90}" type="pres">
      <dgm:prSet presAssocID="{3C2EFBF2-9A8C-42F8-9803-6C4776553DE8}" presName="spacer" presStyleCnt="0"/>
      <dgm:spPr/>
    </dgm:pt>
    <dgm:pt modelId="{957B8EAC-699D-49C4-B333-634F39F09863}" type="pres">
      <dgm:prSet presAssocID="{11F68893-CD34-4D2E-9C96-12BAE975686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D3C27D6-21BA-4DB2-9C26-64157F3398D2}" type="pres">
      <dgm:prSet presAssocID="{3E4C9190-F649-438A-A379-71229FEE9F55}" presName="spacer" presStyleCnt="0"/>
      <dgm:spPr/>
    </dgm:pt>
    <dgm:pt modelId="{94EA181D-CBCD-484A-AFB9-9E2773C543A9}" type="pres">
      <dgm:prSet presAssocID="{5F7BAEB7-D131-49BC-8F8F-62EDFEB1A14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D09DB102-4C8D-4D6E-AF01-652F6255447B}" type="presOf" srcId="{B2DA756F-1C51-4213-94F7-0DCB2CA8B37B}" destId="{366C2098-9B0A-4FE1-A78F-4F5932152F52}" srcOrd="0" destOrd="0" presId="urn:microsoft.com/office/officeart/2005/8/layout/vList2"/>
    <dgm:cxn modelId="{D2EB4625-CF4C-443D-BB4B-02CCC66A9AEA}" srcId="{3E6D9857-6C47-49F4-825D-97A4B4788B40}" destId="{B2DA756F-1C51-4213-94F7-0DCB2CA8B37B}" srcOrd="1" destOrd="0" parTransId="{8E8C2488-2F56-4586-8A3E-87CFAD0EDD83}" sibTransId="{3C2EFBF2-9A8C-42F8-9803-6C4776553DE8}"/>
    <dgm:cxn modelId="{2FD1FD40-47AE-4C51-BB42-FADEDD40AF90}" srcId="{3E6D9857-6C47-49F4-825D-97A4B4788B40}" destId="{5F7BAEB7-D131-49BC-8F8F-62EDFEB1A14F}" srcOrd="3" destOrd="0" parTransId="{7D7E73AB-7094-4BBC-99D2-F55B617F84F9}" sibTransId="{02BB6861-2742-471F-8143-ADB653BB7524}"/>
    <dgm:cxn modelId="{FDA8B67F-6AA1-4F54-A815-62B99D88474C}" srcId="{3E6D9857-6C47-49F4-825D-97A4B4788B40}" destId="{5CEFE6EB-4253-4E79-82C8-5701C7234ADD}" srcOrd="0" destOrd="0" parTransId="{5FB7917B-9716-465E-B8A3-B92B3DA88C0D}" sibTransId="{1B04D42A-516D-4CD3-9EA3-512ADB1BB332}"/>
    <dgm:cxn modelId="{52C83D92-8C74-4686-A701-C952AE25F4EF}" srcId="{3E6D9857-6C47-49F4-825D-97A4B4788B40}" destId="{11F68893-CD34-4D2E-9C96-12BAE9756860}" srcOrd="2" destOrd="0" parTransId="{4A21EC49-F03D-4271-AC00-87231694FB50}" sibTransId="{3E4C9190-F649-438A-A379-71229FEE9F55}"/>
    <dgm:cxn modelId="{6ECE34A2-2EDB-4C1B-A7FF-0F548A3612B5}" type="presOf" srcId="{11F68893-CD34-4D2E-9C96-12BAE9756860}" destId="{957B8EAC-699D-49C4-B333-634F39F09863}" srcOrd="0" destOrd="0" presId="urn:microsoft.com/office/officeart/2005/8/layout/vList2"/>
    <dgm:cxn modelId="{C2C7F4AB-90BD-40AD-8D00-24DC514584BC}" type="presOf" srcId="{5F7BAEB7-D131-49BC-8F8F-62EDFEB1A14F}" destId="{94EA181D-CBCD-484A-AFB9-9E2773C543A9}" srcOrd="0" destOrd="0" presId="urn:microsoft.com/office/officeart/2005/8/layout/vList2"/>
    <dgm:cxn modelId="{E4F2E6BB-9C96-4371-97F2-8DE855A2518D}" type="presOf" srcId="{3E6D9857-6C47-49F4-825D-97A4B4788B40}" destId="{07A09182-94C0-48B9-A800-9E649BC40C0F}" srcOrd="0" destOrd="0" presId="urn:microsoft.com/office/officeart/2005/8/layout/vList2"/>
    <dgm:cxn modelId="{F9E886F1-A139-476F-BEA3-E5A2B7B9BB58}" type="presOf" srcId="{5CEFE6EB-4253-4E79-82C8-5701C7234ADD}" destId="{798E8C1C-5D48-44CA-9973-C70E7C7CF98F}" srcOrd="0" destOrd="0" presId="urn:microsoft.com/office/officeart/2005/8/layout/vList2"/>
    <dgm:cxn modelId="{DF339885-9011-4E5A-9CB6-C493266FCBA6}" type="presParOf" srcId="{07A09182-94C0-48B9-A800-9E649BC40C0F}" destId="{798E8C1C-5D48-44CA-9973-C70E7C7CF98F}" srcOrd="0" destOrd="0" presId="urn:microsoft.com/office/officeart/2005/8/layout/vList2"/>
    <dgm:cxn modelId="{964F2C19-82D4-476C-9A5F-E1C521FDF49E}" type="presParOf" srcId="{07A09182-94C0-48B9-A800-9E649BC40C0F}" destId="{2D64C88E-14DD-4C33-B5DB-CD2AF553D1D6}" srcOrd="1" destOrd="0" presId="urn:microsoft.com/office/officeart/2005/8/layout/vList2"/>
    <dgm:cxn modelId="{84CBCBA9-9DCD-42E5-967C-C6EEF02D17AB}" type="presParOf" srcId="{07A09182-94C0-48B9-A800-9E649BC40C0F}" destId="{366C2098-9B0A-4FE1-A78F-4F5932152F52}" srcOrd="2" destOrd="0" presId="urn:microsoft.com/office/officeart/2005/8/layout/vList2"/>
    <dgm:cxn modelId="{A2856ECB-23DB-4600-8008-C2AB6C571E43}" type="presParOf" srcId="{07A09182-94C0-48B9-A800-9E649BC40C0F}" destId="{56DE26F7-BFC4-437D-A73E-906F15C84D90}" srcOrd="3" destOrd="0" presId="urn:microsoft.com/office/officeart/2005/8/layout/vList2"/>
    <dgm:cxn modelId="{824F653D-5F13-4007-A21A-78EDEEBBE047}" type="presParOf" srcId="{07A09182-94C0-48B9-A800-9E649BC40C0F}" destId="{957B8EAC-699D-49C4-B333-634F39F09863}" srcOrd="4" destOrd="0" presId="urn:microsoft.com/office/officeart/2005/8/layout/vList2"/>
    <dgm:cxn modelId="{B02123CB-C528-4496-8E6F-1F394A0B191C}" type="presParOf" srcId="{07A09182-94C0-48B9-A800-9E649BC40C0F}" destId="{FD3C27D6-21BA-4DB2-9C26-64157F3398D2}" srcOrd="5" destOrd="0" presId="urn:microsoft.com/office/officeart/2005/8/layout/vList2"/>
    <dgm:cxn modelId="{218CFEF3-3654-41EB-A078-CFA90C0E167F}" type="presParOf" srcId="{07A09182-94C0-48B9-A800-9E649BC40C0F}" destId="{94EA181D-CBCD-484A-AFB9-9E2773C543A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75AA66A1-0B77-4EB3-8B0A-09484C9084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A36D5C-FD87-4808-AB2C-69D3205DD990}">
      <dgm:prSet/>
      <dgm:spPr/>
      <dgm:t>
        <a:bodyPr/>
        <a:lstStyle/>
        <a:p>
          <a:r>
            <a:rPr lang="en-US" b="1" dirty="0"/>
            <a:t>Cas 1 : </a:t>
          </a:r>
          <a:r>
            <a:rPr lang="en-US" b="1" dirty="0" err="1"/>
            <a:t>Poids</a:t>
          </a:r>
          <a:r>
            <a:rPr lang="en-US" b="1" dirty="0"/>
            <a:t> propre</a:t>
          </a:r>
          <a:endParaRPr lang="en-US" dirty="0"/>
        </a:p>
      </dgm:t>
    </dgm:pt>
    <dgm:pt modelId="{70ECE774-D09F-4BD6-BEFF-4A335525AF2D}" type="parTrans" cxnId="{D3D84AA4-8523-4127-90DE-FCD873816E22}">
      <dgm:prSet/>
      <dgm:spPr/>
      <dgm:t>
        <a:bodyPr/>
        <a:lstStyle/>
        <a:p>
          <a:endParaRPr lang="en-US"/>
        </a:p>
      </dgm:t>
    </dgm:pt>
    <dgm:pt modelId="{59D21CA5-5D86-425A-9B3E-4EA4BEDCB858}" type="sibTrans" cxnId="{D3D84AA4-8523-4127-90DE-FCD873816E22}">
      <dgm:prSet/>
      <dgm:spPr/>
      <dgm:t>
        <a:bodyPr/>
        <a:lstStyle/>
        <a:p>
          <a:endParaRPr lang="en-US"/>
        </a:p>
      </dgm:t>
    </dgm:pt>
    <dgm:pt modelId="{EA516A17-61EF-4EE8-8D2C-209C494AD4FB}">
      <dgm:prSet/>
      <dgm:spPr/>
      <dgm:t>
        <a:bodyPr/>
        <a:lstStyle/>
        <a:p>
          <a:r>
            <a:rPr lang="en-US" dirty="0"/>
            <a:t>Charge </a:t>
          </a:r>
          <a:r>
            <a:rPr lang="en-US" dirty="0" err="1"/>
            <a:t>verticale</a:t>
          </a:r>
          <a:r>
            <a:rPr lang="en-US" dirty="0"/>
            <a:t> </a:t>
          </a:r>
          <a:r>
            <a:rPr lang="en-US" dirty="0" err="1"/>
            <a:t>équivalente</a:t>
          </a:r>
          <a:r>
            <a:rPr lang="en-US" dirty="0"/>
            <a:t> au </a:t>
          </a:r>
          <a:r>
            <a:rPr lang="en-US" dirty="0" err="1"/>
            <a:t>poids</a:t>
          </a:r>
          <a:r>
            <a:rPr lang="en-US" dirty="0"/>
            <a:t> du </a:t>
          </a:r>
          <a:r>
            <a:rPr lang="en-US" dirty="0" err="1"/>
            <a:t>toit</a:t>
          </a:r>
          <a:r>
            <a:rPr lang="en-US" dirty="0"/>
            <a:t> avec total load</a:t>
          </a:r>
        </a:p>
      </dgm:t>
    </dgm:pt>
    <dgm:pt modelId="{4D06F6A1-E2E3-48A0-A85C-54C31853B977}" type="parTrans" cxnId="{6BDE98F1-539E-4030-866C-4B75D77F4211}">
      <dgm:prSet/>
      <dgm:spPr/>
      <dgm:t>
        <a:bodyPr/>
        <a:lstStyle/>
        <a:p>
          <a:endParaRPr lang="en-US"/>
        </a:p>
      </dgm:t>
    </dgm:pt>
    <dgm:pt modelId="{4C216B42-05D2-4646-B785-D8A11DA9C2C1}" type="sibTrans" cxnId="{6BDE98F1-539E-4030-866C-4B75D77F4211}">
      <dgm:prSet/>
      <dgm:spPr/>
      <dgm:t>
        <a:bodyPr/>
        <a:lstStyle/>
        <a:p>
          <a:endParaRPr lang="en-US"/>
        </a:p>
      </dgm:t>
    </dgm:pt>
    <dgm:pt modelId="{22755BA0-824B-4EEE-8D2E-9EF80FFDF2AB}">
      <dgm:prSet/>
      <dgm:spPr/>
      <dgm:t>
        <a:bodyPr/>
        <a:lstStyle/>
        <a:p>
          <a:r>
            <a:rPr lang="en-US" b="1"/>
            <a:t>Cas 2 : Poids propre + pression hydrostatique</a:t>
          </a:r>
          <a:endParaRPr lang="en-US"/>
        </a:p>
      </dgm:t>
    </dgm:pt>
    <dgm:pt modelId="{8B653ED1-C386-412A-BDED-7ABB4D18E74A}" type="parTrans" cxnId="{3981A286-E5D6-4055-8579-5A15924AFAF5}">
      <dgm:prSet/>
      <dgm:spPr/>
      <dgm:t>
        <a:bodyPr/>
        <a:lstStyle/>
        <a:p>
          <a:endParaRPr lang="en-US"/>
        </a:p>
      </dgm:t>
    </dgm:pt>
    <dgm:pt modelId="{E7E90D04-722C-42D0-BB36-95D5F87099FD}" type="sibTrans" cxnId="{3981A286-E5D6-4055-8579-5A15924AFAF5}">
      <dgm:prSet/>
      <dgm:spPr/>
      <dgm:t>
        <a:bodyPr/>
        <a:lstStyle/>
        <a:p>
          <a:endParaRPr lang="en-US"/>
        </a:p>
      </dgm:t>
    </dgm:pt>
    <dgm:pt modelId="{678428BE-C659-4709-8721-409D53A3E154}">
      <dgm:prSet/>
      <dgm:spPr/>
      <dgm:t>
        <a:bodyPr/>
        <a:lstStyle/>
        <a:p>
          <a:r>
            <a:rPr lang="en-US" dirty="0" err="1"/>
            <a:t>Fluide</a:t>
          </a:r>
          <a:r>
            <a:rPr lang="en-US" dirty="0"/>
            <a:t> : eau</a:t>
          </a:r>
        </a:p>
      </dgm:t>
    </dgm:pt>
    <dgm:pt modelId="{F62405A2-C6B9-403C-A5E7-37DBDD9B3DA9}" type="parTrans" cxnId="{70DC4EC9-A5CC-4BF7-817E-DB10291DF967}">
      <dgm:prSet/>
      <dgm:spPr/>
      <dgm:t>
        <a:bodyPr/>
        <a:lstStyle/>
        <a:p>
          <a:endParaRPr lang="en-US"/>
        </a:p>
      </dgm:t>
    </dgm:pt>
    <dgm:pt modelId="{31713401-C7A0-4E01-BAA8-32C1EE52CB02}" type="sibTrans" cxnId="{70DC4EC9-A5CC-4BF7-817E-DB10291DF96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B0D9ECC4-06B4-46BB-92F1-78524B600159}">
          <dgm:prSet/>
          <dgm:spPr/>
          <dgm:t>
            <a:bodyPr/>
            <a:lstStyle/>
            <a:p>
              <a:r>
                <a:rPr lang="en-US" dirty="0"/>
                <a:t>Masse </a:t>
              </a:r>
              <a:r>
                <a:rPr lang="en-US" dirty="0" err="1"/>
                <a:t>volumique</a:t>
              </a:r>
              <a:r>
                <a:rPr lang="en-US" dirty="0"/>
                <a:t> : </a:t>
              </a:r>
              <a14:m>
                <m:oMath xmlns:m="http://schemas.openxmlformats.org/officeDocument/2006/math">
                  <m:r>
                    <a:rPr lang="en-US" i="1">
                      <a:latin typeface="Cambria Math" panose="02040503050406030204" pitchFamily="18" charset="0"/>
                    </a:rPr>
                    <m:t>𝜌</m:t>
                  </m:r>
                  <m:r>
                    <a:rPr lang="en-US">
                      <a:latin typeface="Cambria Math" panose="02040503050406030204" pitchFamily="18" charset="0"/>
                    </a:rPr>
                    <m:t>=</m:t>
                  </m:r>
                  <m:r>
                    <a:rPr lang="en-US">
                      <a:latin typeface="Cambria Math" panose="02040503050406030204" pitchFamily="18" charset="0"/>
                    </a:rPr>
                    <m:t>1000</m:t>
                  </m:r>
                  <m:r>
                    <m:rPr>
                      <m:nor/>
                    </m:rPr>
                    <a:rPr lang="en-US" i="1"/>
                    <m:t> </m:t>
                  </m:r>
                  <m:sSup>
                    <m:sSupPr>
                      <m:ctrlPr>
                        <a:rPr lang="ar-EG" i="1">
                          <a:latin typeface="Cambria Math" panose="02040503050406030204" pitchFamily="18" charset="0"/>
                        </a:rPr>
                      </m:ctrlPr>
                    </m:sSupPr>
                    <m:e>
                      <m:r>
                        <m:rPr>
                          <m:nor/>
                        </m:rPr>
                        <a:rPr lang="en-US" i="1"/>
                        <m:t>kg</m:t>
                      </m:r>
                      <m:r>
                        <m:rPr>
                          <m:nor/>
                        </m:rPr>
                        <a:rPr lang="en-US" i="1"/>
                        <m:t>/</m:t>
                      </m:r>
                      <m:r>
                        <m:rPr>
                          <m:nor/>
                        </m:rPr>
                        <a:rPr lang="en-US" i="1"/>
                        <m:t>m</m:t>
                      </m:r>
                    </m:e>
                    <m:sup>
                      <m:r>
                        <a:rPr lang="ar-EG">
                          <a:latin typeface="Cambria Math" panose="02040503050406030204" pitchFamily="18" charset="0"/>
                        </a:rPr>
                        <m:t>3</m:t>
                      </m:r>
                    </m:sup>
                  </m:sSup>
                </m:oMath>
              </a14:m>
              <a:endParaRPr lang="en-US" dirty="0"/>
            </a:p>
          </dgm:t>
        </dgm:pt>
      </mc:Choice>
      <mc:Fallback xmlns="">
        <dgm:pt modelId="{B0D9ECC4-06B4-46BB-92F1-78524B600159}">
          <dgm:prSet/>
          <dgm:spPr/>
          <dgm:t>
            <a:bodyPr/>
            <a:lstStyle/>
            <a:p>
              <a:r>
                <a:rPr lang="en-US" dirty="0"/>
                <a:t>Masse </a:t>
              </a:r>
              <a:r>
                <a:rPr lang="en-US" dirty="0" err="1"/>
                <a:t>volumique</a:t>
              </a:r>
              <a:r>
                <a:rPr lang="en-US" dirty="0"/>
                <a:t> : </a:t>
              </a:r>
              <a:r>
                <a:rPr lang="en-US" i="0"/>
                <a:t>𝜌=1000</a:t>
              </a:r>
              <a:r>
                <a:rPr lang="en-US" i="0">
                  <a:latin typeface="Cambria Math" panose="02040503050406030204" pitchFamily="18" charset="0"/>
                </a:rPr>
                <a:t>" </a:t>
              </a:r>
              <a:r>
                <a:rPr lang="ar-EG" i="0"/>
                <a:t>" 〖</a:t>
              </a:r>
              <a:r>
                <a:rPr lang="en-US" i="0"/>
                <a:t>"kg/m" </a:t>
              </a:r>
              <a:r>
                <a:rPr lang="ar-EG" i="0"/>
                <a:t>〗^3</a:t>
              </a:r>
              <a:endParaRPr lang="en-US" dirty="0"/>
            </a:p>
          </dgm:t>
        </dgm:pt>
      </mc:Fallback>
    </mc:AlternateContent>
    <dgm:pt modelId="{AEC4356A-6646-490E-83A4-F3D55BAD0B0E}" type="parTrans" cxnId="{8D9B2BC8-1396-45E1-A4F1-D08EA36DF684}">
      <dgm:prSet/>
      <dgm:spPr/>
      <dgm:t>
        <a:bodyPr/>
        <a:lstStyle/>
        <a:p>
          <a:endParaRPr lang="en-US"/>
        </a:p>
      </dgm:t>
    </dgm:pt>
    <dgm:pt modelId="{7C277FA0-3DBC-4CAB-9D12-B96EF02AF5EF}" type="sibTrans" cxnId="{8D9B2BC8-1396-45E1-A4F1-D08EA36DF684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52FB0B8A-626A-4FE4-B985-58E67FB67EB1}">
          <dgm:prSet/>
          <dgm:spPr/>
          <dgm:t>
            <a:bodyPr/>
            <a:lstStyle/>
            <a:p>
              <a:r>
                <a:rPr lang="en-US" dirty="0"/>
                <a:t>Pression variable avec la hauteur :</a:t>
              </a:r>
              <a14:m>
                <m:oMath xmlns:m="http://schemas.openxmlformats.org/officeDocument/2006/math">
                  <m:r>
                    <a:rPr lang="fr-FR" b="0" i="0" smtClean="0">
                      <a:latin typeface="Cambria Math" panose="02040503050406030204" pitchFamily="18" charset="0"/>
                    </a:rPr>
                    <m:t> </m:t>
                  </m:r>
                  <m:r>
                    <a:rPr lang="en-US" i="1" smtClean="0">
                      <a:latin typeface="Cambria Math" panose="02040503050406030204" pitchFamily="18" charset="0"/>
                    </a:rPr>
                    <m:t>𝑝</m:t>
                  </m:r>
                  <m:d>
                    <m:dPr>
                      <m:ctrlPr>
                        <a:rPr lang="ar-EG"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ar-EG" i="1">
                          <a:latin typeface="Cambria Math" panose="02040503050406030204" pitchFamily="18" charset="0"/>
                        </a:rPr>
                        <m:t>𝑦</m:t>
                      </m:r>
                    </m:e>
                  </m:d>
                  <m:r>
                    <a:rPr lang="ar-EG">
                      <a:latin typeface="Cambria Math" panose="02040503050406030204" pitchFamily="18" charset="0"/>
                    </a:rPr>
                    <m:t>=</m:t>
                  </m:r>
                  <m:r>
                    <a:rPr lang="ar-EG" i="1">
                      <a:latin typeface="Cambria Math" panose="02040503050406030204" pitchFamily="18" charset="0"/>
                    </a:rPr>
                    <m:t>𝜌</m:t>
                  </m:r>
                  <m:r>
                    <a:rPr lang="ar-EG" i="1">
                      <a:latin typeface="Cambria Math" panose="02040503050406030204" pitchFamily="18" charset="0"/>
                    </a:rPr>
                    <m:t>𝑔</m:t>
                  </m:r>
                  <m:d>
                    <m:dPr>
                      <m:ctrlPr>
                        <a:rPr lang="ar-EG" i="1"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lang="ar-EG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ar-EG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ar-EG" i="1">
                          <a:latin typeface="Cambria Math" panose="02040503050406030204" pitchFamily="18" charset="0"/>
                        </a:rPr>
                        <m:t>𝑦</m:t>
                      </m:r>
                    </m:e>
                  </m:d>
                </m:oMath>
              </a14:m>
              <a:endParaRPr lang="en-US" dirty="0"/>
            </a:p>
          </dgm:t>
        </dgm:pt>
      </mc:Choice>
      <mc:Fallback xmlns="">
        <dgm:pt modelId="{52FB0B8A-626A-4FE4-B985-58E67FB67EB1}">
          <dgm:prSet/>
          <dgm:spPr/>
          <dgm:t>
            <a:bodyPr/>
            <a:lstStyle/>
            <a:p>
              <a:r>
                <a:rPr lang="en-US" dirty="0"/>
                <a:t>Pression variable avec la hauteur :</a:t>
              </a:r>
              <a:r>
                <a:rPr lang="fr-FR" b="0" i="0">
                  <a:latin typeface="Cambria Math" panose="02040503050406030204" pitchFamily="18" charset="0"/>
                </a:rPr>
                <a:t> </a:t>
              </a:r>
              <a:r>
                <a:rPr lang="en-US" i="0"/>
                <a:t>𝑝</a:t>
              </a:r>
              <a:r>
                <a:rPr lang="ar-EG" i="0"/>
                <a:t>(𝑦)=𝜌𝑔(ℎ−𝑦)</a:t>
              </a:r>
              <a:endParaRPr lang="en-US" dirty="0"/>
            </a:p>
          </dgm:t>
        </dgm:pt>
      </mc:Fallback>
    </mc:AlternateContent>
    <dgm:pt modelId="{3D56998D-451C-499A-94A7-2965EE283A81}" type="parTrans" cxnId="{1F801A54-DFF7-4BEC-A954-EFA9FF3E1461}">
      <dgm:prSet/>
      <dgm:spPr/>
      <dgm:t>
        <a:bodyPr/>
        <a:lstStyle/>
        <a:p>
          <a:endParaRPr lang="en-US"/>
        </a:p>
      </dgm:t>
    </dgm:pt>
    <dgm:pt modelId="{229EEA49-89D2-40E7-8F6C-D111A3650ACC}" type="sibTrans" cxnId="{1F801A54-DFF7-4BEC-A954-EFA9FF3E1461}">
      <dgm:prSet/>
      <dgm:spPr/>
      <dgm:t>
        <a:bodyPr/>
        <a:lstStyle/>
        <a:p>
          <a:endParaRPr lang="en-US"/>
        </a:p>
      </dgm:t>
    </dgm:pt>
    <dgm:pt modelId="{2B7D81DB-30EE-4E9C-BEA4-1CCE11927D50}">
      <dgm:prSet/>
      <dgm:spPr/>
      <dgm:t>
        <a:bodyPr/>
        <a:lstStyle/>
        <a:p>
          <a:r>
            <a:rPr lang="en-US" b="1"/>
            <a:t>Cas 3 : Poids + pression + surpression</a:t>
          </a:r>
          <a:endParaRPr lang="en-US"/>
        </a:p>
      </dgm:t>
    </dgm:pt>
    <dgm:pt modelId="{F3F3BDF3-A54B-4515-90C9-CA625E6B568E}" type="parTrans" cxnId="{7920BCDA-087C-47B7-B5B2-74D05629A2FD}">
      <dgm:prSet/>
      <dgm:spPr/>
      <dgm:t>
        <a:bodyPr/>
        <a:lstStyle/>
        <a:p>
          <a:endParaRPr lang="en-US"/>
        </a:p>
      </dgm:t>
    </dgm:pt>
    <dgm:pt modelId="{A2E52455-6602-4F37-A93A-854793E3A4DE}" type="sibTrans" cxnId="{7920BCDA-087C-47B7-B5B2-74D05629A2FD}">
      <dgm:prSet/>
      <dgm:spPr/>
      <dgm:t>
        <a:bodyPr/>
        <a:lstStyle/>
        <a:p>
          <a:endParaRPr lang="en-US"/>
        </a:p>
      </dgm:t>
    </dgm:pt>
    <dgm:pt modelId="{2EDD8CE4-7E67-4282-87B2-F79D69CC8121}">
      <dgm:prSet/>
      <dgm:spPr/>
      <dgm:t>
        <a:bodyPr/>
        <a:lstStyle/>
        <a:p>
          <a:r>
            <a:rPr lang="en-US" dirty="0" err="1"/>
            <a:t>Surpression</a:t>
          </a:r>
          <a:r>
            <a:rPr lang="en-US" dirty="0"/>
            <a:t> interne </a:t>
          </a:r>
          <a:r>
            <a:rPr lang="en-US" dirty="0" err="1"/>
            <a:t>uniforme</a:t>
          </a:r>
          <a:endParaRPr lang="en-US" dirty="0"/>
        </a:p>
      </dgm:t>
    </dgm:pt>
    <dgm:pt modelId="{CE6B86C6-5045-4B20-A8F1-75379F67E7E5}" type="parTrans" cxnId="{75D75414-AF91-4E91-BA87-C1CBD231907A}">
      <dgm:prSet/>
      <dgm:spPr/>
      <dgm:t>
        <a:bodyPr/>
        <a:lstStyle/>
        <a:p>
          <a:endParaRPr lang="en-US"/>
        </a:p>
      </dgm:t>
    </dgm:pt>
    <dgm:pt modelId="{B4C40B1B-451C-42FA-BAC8-DA89250C6702}" type="sibTrans" cxnId="{75D75414-AF91-4E91-BA87-C1CBD231907A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D0B8C1DF-67B1-4340-9839-DB4D14FDE69B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sSub>
                      <m:sSubPr>
                        <m:ctrlPr>
                          <a:rPr lang="ar-EG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m:rPr>
                            <m:nor/>
                          </m:rPr>
                          <a:rPr lang="en-US" i="1"/>
                          <m:t>sur</m:t>
                        </m:r>
                      </m:sub>
                    </m:sSub>
                    <m:r>
                      <a:rPr lang="ar-EG">
                        <a:latin typeface="Cambria Math" panose="02040503050406030204" pitchFamily="18" charset="0"/>
                      </a:rPr>
                      <m:t>=</m:t>
                    </m:r>
                    <m:r>
                      <a:rPr lang="ar-EG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ar-EG" i="1"/>
                      <m:t> </m:t>
                    </m:r>
                    <m:r>
                      <m:rPr>
                        <m:nor/>
                      </m:rPr>
                      <a:rPr lang="en-US" i="1"/>
                      <m:t>bar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D0B8C1DF-67B1-4340-9839-DB4D14FDE69B}">
          <dgm:prSet/>
          <dgm:spPr/>
          <dgm:t>
            <a:bodyPr/>
            <a:lstStyle/>
            <a:p>
              <a:r>
                <a:rPr lang="ar-EG" i="0"/>
                <a:t>𝑝_</a:t>
              </a:r>
              <a:r>
                <a:rPr lang="en-US" i="0"/>
                <a:t>"sur" </a:t>
              </a:r>
              <a:r>
                <a:rPr lang="ar-EG" i="0"/>
                <a:t>=2</a:t>
              </a:r>
              <a:r>
                <a:rPr lang="ar-EG" i="0">
                  <a:latin typeface="Cambria Math" panose="02040503050406030204" pitchFamily="18" charset="0"/>
                </a:rPr>
                <a:t>" </a:t>
              </a:r>
              <a:r>
                <a:rPr lang="en-US" i="0">
                  <a:latin typeface="Cambria Math" panose="02040503050406030204" pitchFamily="18" charset="0"/>
                </a:rPr>
                <a:t>bar</a:t>
              </a:r>
              <a:r>
                <a:rPr lang="en-US" i="0"/>
                <a:t>"</a:t>
              </a:r>
              <a:endParaRPr lang="en-US" dirty="0"/>
            </a:p>
          </dgm:t>
        </dgm:pt>
      </mc:Fallback>
    </mc:AlternateContent>
    <dgm:pt modelId="{C626A12F-65FE-458F-A0A0-7BE8E05F8FD1}" type="parTrans" cxnId="{A3D1143B-CC34-476A-8958-B50CFF8A5144}">
      <dgm:prSet/>
      <dgm:spPr/>
      <dgm:t>
        <a:bodyPr/>
        <a:lstStyle/>
        <a:p>
          <a:endParaRPr lang="en-US"/>
        </a:p>
      </dgm:t>
    </dgm:pt>
    <dgm:pt modelId="{BAA0A046-E68C-464A-AA26-5B02969504CD}" type="sibTrans" cxnId="{A3D1143B-CC34-476A-8958-B50CFF8A5144}">
      <dgm:prSet/>
      <dgm:spPr/>
      <dgm:t>
        <a:bodyPr/>
        <a:lstStyle/>
        <a:p>
          <a:endParaRPr lang="en-US"/>
        </a:p>
      </dgm:t>
    </dgm:pt>
    <dgm:pt modelId="{7E504AFD-8093-45A0-BFB2-E120F935AA82}" type="pres">
      <dgm:prSet presAssocID="{75AA66A1-0B77-4EB3-8B0A-09484C90841C}" presName="linear" presStyleCnt="0">
        <dgm:presLayoutVars>
          <dgm:animLvl val="lvl"/>
          <dgm:resizeHandles val="exact"/>
        </dgm:presLayoutVars>
      </dgm:prSet>
      <dgm:spPr/>
    </dgm:pt>
    <dgm:pt modelId="{A1890472-D459-4E1A-AFF3-AEE2303C3EE9}" type="pres">
      <dgm:prSet presAssocID="{EAA36D5C-FD87-4808-AB2C-69D3205DD99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E837F8-7BD8-4ED6-9F00-0141639CE058}" type="pres">
      <dgm:prSet presAssocID="{EAA36D5C-FD87-4808-AB2C-69D3205DD990}" presName="childText" presStyleLbl="revTx" presStyleIdx="0" presStyleCnt="3">
        <dgm:presLayoutVars>
          <dgm:bulletEnabled val="1"/>
        </dgm:presLayoutVars>
      </dgm:prSet>
      <dgm:spPr/>
    </dgm:pt>
    <dgm:pt modelId="{9377B0D9-5AC8-4B0D-80C2-EF26F2ACF38A}" type="pres">
      <dgm:prSet presAssocID="{22755BA0-824B-4EEE-8D2E-9EF80FFDF2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85EA39-4451-45D8-A5BB-816EFEF9D078}" type="pres">
      <dgm:prSet presAssocID="{22755BA0-824B-4EEE-8D2E-9EF80FFDF2AB}" presName="childText" presStyleLbl="revTx" presStyleIdx="1" presStyleCnt="3">
        <dgm:presLayoutVars>
          <dgm:bulletEnabled val="1"/>
        </dgm:presLayoutVars>
      </dgm:prSet>
      <dgm:spPr/>
    </dgm:pt>
    <dgm:pt modelId="{4CADB48C-593E-4461-8083-DB6AE0585A8A}" type="pres">
      <dgm:prSet presAssocID="{2B7D81DB-30EE-4E9C-BEA4-1CCE11927D5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B944375-41DB-43B5-9767-72D912EA8D70}" type="pres">
      <dgm:prSet presAssocID="{2B7D81DB-30EE-4E9C-BEA4-1CCE11927D5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03B5901-C493-48D1-8BD2-447D93AB3917}" type="presOf" srcId="{B0D9ECC4-06B4-46BB-92F1-78524B600159}" destId="{7485EA39-4451-45D8-A5BB-816EFEF9D078}" srcOrd="0" destOrd="1" presId="urn:microsoft.com/office/officeart/2005/8/layout/vList2"/>
    <dgm:cxn modelId="{75D75414-AF91-4E91-BA87-C1CBD231907A}" srcId="{2B7D81DB-30EE-4E9C-BEA4-1CCE11927D50}" destId="{2EDD8CE4-7E67-4282-87B2-F79D69CC8121}" srcOrd="0" destOrd="0" parTransId="{CE6B86C6-5045-4B20-A8F1-75379F67E7E5}" sibTransId="{B4C40B1B-451C-42FA-BAC8-DA89250C6702}"/>
    <dgm:cxn modelId="{A3D1143B-CC34-476A-8958-B50CFF8A5144}" srcId="{2B7D81DB-30EE-4E9C-BEA4-1CCE11927D50}" destId="{D0B8C1DF-67B1-4340-9839-DB4D14FDE69B}" srcOrd="1" destOrd="0" parTransId="{C626A12F-65FE-458F-A0A0-7BE8E05F8FD1}" sibTransId="{BAA0A046-E68C-464A-AA26-5B02969504CD}"/>
    <dgm:cxn modelId="{095FFF67-358B-4441-94E5-AE749B692F6F}" type="presOf" srcId="{D0B8C1DF-67B1-4340-9839-DB4D14FDE69B}" destId="{EB944375-41DB-43B5-9767-72D912EA8D70}" srcOrd="0" destOrd="1" presId="urn:microsoft.com/office/officeart/2005/8/layout/vList2"/>
    <dgm:cxn modelId="{3F5F4369-6B4A-40D8-B813-526B526DAA63}" type="presOf" srcId="{22755BA0-824B-4EEE-8D2E-9EF80FFDF2AB}" destId="{9377B0D9-5AC8-4B0D-80C2-EF26F2ACF38A}" srcOrd="0" destOrd="0" presId="urn:microsoft.com/office/officeart/2005/8/layout/vList2"/>
    <dgm:cxn modelId="{1F801A54-DFF7-4BEC-A954-EFA9FF3E1461}" srcId="{22755BA0-824B-4EEE-8D2E-9EF80FFDF2AB}" destId="{52FB0B8A-626A-4FE4-B985-58E67FB67EB1}" srcOrd="2" destOrd="0" parTransId="{3D56998D-451C-499A-94A7-2965EE283A81}" sibTransId="{229EEA49-89D2-40E7-8F6C-D111A3650ACC}"/>
    <dgm:cxn modelId="{3981A286-E5D6-4055-8579-5A15924AFAF5}" srcId="{75AA66A1-0B77-4EB3-8B0A-09484C90841C}" destId="{22755BA0-824B-4EEE-8D2E-9EF80FFDF2AB}" srcOrd="1" destOrd="0" parTransId="{8B653ED1-C386-412A-BDED-7ABB4D18E74A}" sibTransId="{E7E90D04-722C-42D0-BB36-95D5F87099FD}"/>
    <dgm:cxn modelId="{BCDB1789-6B40-4375-9748-5FE5DCB9956B}" type="presOf" srcId="{75AA66A1-0B77-4EB3-8B0A-09484C90841C}" destId="{7E504AFD-8093-45A0-BFB2-E120F935AA82}" srcOrd="0" destOrd="0" presId="urn:microsoft.com/office/officeart/2005/8/layout/vList2"/>
    <dgm:cxn modelId="{256EF98B-D1BD-4586-A78F-D34FAF1AC1EA}" type="presOf" srcId="{678428BE-C659-4709-8721-409D53A3E154}" destId="{7485EA39-4451-45D8-A5BB-816EFEF9D078}" srcOrd="0" destOrd="0" presId="urn:microsoft.com/office/officeart/2005/8/layout/vList2"/>
    <dgm:cxn modelId="{A86A6297-4CCF-44EA-9602-7C728E95B5A1}" type="presOf" srcId="{2B7D81DB-30EE-4E9C-BEA4-1CCE11927D50}" destId="{4CADB48C-593E-4461-8083-DB6AE0585A8A}" srcOrd="0" destOrd="0" presId="urn:microsoft.com/office/officeart/2005/8/layout/vList2"/>
    <dgm:cxn modelId="{D3D84AA4-8523-4127-90DE-FCD873816E22}" srcId="{75AA66A1-0B77-4EB3-8B0A-09484C90841C}" destId="{EAA36D5C-FD87-4808-AB2C-69D3205DD990}" srcOrd="0" destOrd="0" parTransId="{70ECE774-D09F-4BD6-BEFF-4A335525AF2D}" sibTransId="{59D21CA5-5D86-425A-9B3E-4EA4BEDCB858}"/>
    <dgm:cxn modelId="{8D9B2BC8-1396-45E1-A4F1-D08EA36DF684}" srcId="{22755BA0-824B-4EEE-8D2E-9EF80FFDF2AB}" destId="{B0D9ECC4-06B4-46BB-92F1-78524B600159}" srcOrd="1" destOrd="0" parTransId="{AEC4356A-6646-490E-83A4-F3D55BAD0B0E}" sibTransId="{7C277FA0-3DBC-4CAB-9D12-B96EF02AF5EF}"/>
    <dgm:cxn modelId="{70DC4EC9-A5CC-4BF7-817E-DB10291DF967}" srcId="{22755BA0-824B-4EEE-8D2E-9EF80FFDF2AB}" destId="{678428BE-C659-4709-8721-409D53A3E154}" srcOrd="0" destOrd="0" parTransId="{F62405A2-C6B9-403C-A5E7-37DBDD9B3DA9}" sibTransId="{31713401-C7A0-4E01-BAA8-32C1EE52CB02}"/>
    <dgm:cxn modelId="{7920BCDA-087C-47B7-B5B2-74D05629A2FD}" srcId="{75AA66A1-0B77-4EB3-8B0A-09484C90841C}" destId="{2B7D81DB-30EE-4E9C-BEA4-1CCE11927D50}" srcOrd="2" destOrd="0" parTransId="{F3F3BDF3-A54B-4515-90C9-CA625E6B568E}" sibTransId="{A2E52455-6602-4F37-A93A-854793E3A4DE}"/>
    <dgm:cxn modelId="{5BAC9BE4-82D7-46F9-835D-12FC344719DB}" type="presOf" srcId="{EAA36D5C-FD87-4808-AB2C-69D3205DD990}" destId="{A1890472-D459-4E1A-AFF3-AEE2303C3EE9}" srcOrd="0" destOrd="0" presId="urn:microsoft.com/office/officeart/2005/8/layout/vList2"/>
    <dgm:cxn modelId="{AE3A12E9-0D44-4629-B7B1-4FB8FC57648A}" type="presOf" srcId="{52FB0B8A-626A-4FE4-B985-58E67FB67EB1}" destId="{7485EA39-4451-45D8-A5BB-816EFEF9D078}" srcOrd="0" destOrd="2" presId="urn:microsoft.com/office/officeart/2005/8/layout/vList2"/>
    <dgm:cxn modelId="{6BDE98F1-539E-4030-866C-4B75D77F4211}" srcId="{EAA36D5C-FD87-4808-AB2C-69D3205DD990}" destId="{EA516A17-61EF-4EE8-8D2C-209C494AD4FB}" srcOrd="0" destOrd="0" parTransId="{4D06F6A1-E2E3-48A0-A85C-54C31853B977}" sibTransId="{4C216B42-05D2-4646-B785-D8A11DA9C2C1}"/>
    <dgm:cxn modelId="{F26ACAF2-A686-4134-A4FB-401D77242791}" type="presOf" srcId="{2EDD8CE4-7E67-4282-87B2-F79D69CC8121}" destId="{EB944375-41DB-43B5-9767-72D912EA8D70}" srcOrd="0" destOrd="0" presId="urn:microsoft.com/office/officeart/2005/8/layout/vList2"/>
    <dgm:cxn modelId="{874BC3F6-9C9F-4D66-8040-C03201244E21}" type="presOf" srcId="{EA516A17-61EF-4EE8-8D2C-209C494AD4FB}" destId="{19E837F8-7BD8-4ED6-9F00-0141639CE058}" srcOrd="0" destOrd="0" presId="urn:microsoft.com/office/officeart/2005/8/layout/vList2"/>
    <dgm:cxn modelId="{EB9D6CB9-79BB-4D1F-845D-3226FA6FFFCC}" type="presParOf" srcId="{7E504AFD-8093-45A0-BFB2-E120F935AA82}" destId="{A1890472-D459-4E1A-AFF3-AEE2303C3EE9}" srcOrd="0" destOrd="0" presId="urn:microsoft.com/office/officeart/2005/8/layout/vList2"/>
    <dgm:cxn modelId="{F741A0C6-3F01-4487-A73A-62864FF74DD1}" type="presParOf" srcId="{7E504AFD-8093-45A0-BFB2-E120F935AA82}" destId="{19E837F8-7BD8-4ED6-9F00-0141639CE058}" srcOrd="1" destOrd="0" presId="urn:microsoft.com/office/officeart/2005/8/layout/vList2"/>
    <dgm:cxn modelId="{2BAD7121-2828-4E75-84D8-7CCFB3A08405}" type="presParOf" srcId="{7E504AFD-8093-45A0-BFB2-E120F935AA82}" destId="{9377B0D9-5AC8-4B0D-80C2-EF26F2ACF38A}" srcOrd="2" destOrd="0" presId="urn:microsoft.com/office/officeart/2005/8/layout/vList2"/>
    <dgm:cxn modelId="{1813EF1C-83FE-4A2F-8163-F482C84BACBA}" type="presParOf" srcId="{7E504AFD-8093-45A0-BFB2-E120F935AA82}" destId="{7485EA39-4451-45D8-A5BB-816EFEF9D078}" srcOrd="3" destOrd="0" presId="urn:microsoft.com/office/officeart/2005/8/layout/vList2"/>
    <dgm:cxn modelId="{0CAFEF85-DF2B-4AA8-A32A-F5671C66C4CC}" type="presParOf" srcId="{7E504AFD-8093-45A0-BFB2-E120F935AA82}" destId="{4CADB48C-593E-4461-8083-DB6AE0585A8A}" srcOrd="4" destOrd="0" presId="urn:microsoft.com/office/officeart/2005/8/layout/vList2"/>
    <dgm:cxn modelId="{B3E627FA-115E-4D86-9DA6-23340B5C7AB1}" type="presParOf" srcId="{7E504AFD-8093-45A0-BFB2-E120F935AA82}" destId="{EB944375-41DB-43B5-9767-72D912EA8D7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75AA66A1-0B77-4EB3-8B0A-09484C90841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A36D5C-FD87-4808-AB2C-69D3205DD990}">
      <dgm:prSet/>
      <dgm:spPr/>
      <dgm:t>
        <a:bodyPr/>
        <a:lstStyle/>
        <a:p>
          <a:r>
            <a:rPr lang="en-US" b="1" dirty="0"/>
            <a:t>Cas 1 : </a:t>
          </a:r>
          <a:r>
            <a:rPr lang="en-US" b="1" dirty="0" err="1"/>
            <a:t>Poids</a:t>
          </a:r>
          <a:r>
            <a:rPr lang="en-US" b="1" dirty="0"/>
            <a:t> propre</a:t>
          </a:r>
          <a:endParaRPr lang="en-US" dirty="0"/>
        </a:p>
      </dgm:t>
    </dgm:pt>
    <dgm:pt modelId="{70ECE774-D09F-4BD6-BEFF-4A335525AF2D}" type="parTrans" cxnId="{D3D84AA4-8523-4127-90DE-FCD873816E22}">
      <dgm:prSet/>
      <dgm:spPr/>
      <dgm:t>
        <a:bodyPr/>
        <a:lstStyle/>
        <a:p>
          <a:endParaRPr lang="en-US"/>
        </a:p>
      </dgm:t>
    </dgm:pt>
    <dgm:pt modelId="{59D21CA5-5D86-425A-9B3E-4EA4BEDCB858}" type="sibTrans" cxnId="{D3D84AA4-8523-4127-90DE-FCD873816E22}">
      <dgm:prSet/>
      <dgm:spPr/>
      <dgm:t>
        <a:bodyPr/>
        <a:lstStyle/>
        <a:p>
          <a:endParaRPr lang="en-US"/>
        </a:p>
      </dgm:t>
    </dgm:pt>
    <dgm:pt modelId="{EA516A17-61EF-4EE8-8D2C-209C494AD4FB}">
      <dgm:prSet/>
      <dgm:spPr/>
      <dgm:t>
        <a:bodyPr/>
        <a:lstStyle/>
        <a:p>
          <a:r>
            <a:rPr lang="en-US" dirty="0"/>
            <a:t>Charge </a:t>
          </a:r>
          <a:r>
            <a:rPr lang="en-US" dirty="0" err="1"/>
            <a:t>verticale</a:t>
          </a:r>
          <a:r>
            <a:rPr lang="en-US" dirty="0"/>
            <a:t> </a:t>
          </a:r>
          <a:r>
            <a:rPr lang="en-US" dirty="0" err="1"/>
            <a:t>équivalente</a:t>
          </a:r>
          <a:r>
            <a:rPr lang="en-US" dirty="0"/>
            <a:t> au </a:t>
          </a:r>
          <a:r>
            <a:rPr lang="en-US" dirty="0" err="1"/>
            <a:t>poids</a:t>
          </a:r>
          <a:r>
            <a:rPr lang="en-US" dirty="0"/>
            <a:t> du </a:t>
          </a:r>
          <a:r>
            <a:rPr lang="en-US" dirty="0" err="1"/>
            <a:t>toit</a:t>
          </a:r>
          <a:r>
            <a:rPr lang="en-US" dirty="0"/>
            <a:t> avec total load</a:t>
          </a:r>
        </a:p>
      </dgm:t>
    </dgm:pt>
    <dgm:pt modelId="{4D06F6A1-E2E3-48A0-A85C-54C31853B977}" type="parTrans" cxnId="{6BDE98F1-539E-4030-866C-4B75D77F4211}">
      <dgm:prSet/>
      <dgm:spPr/>
      <dgm:t>
        <a:bodyPr/>
        <a:lstStyle/>
        <a:p>
          <a:endParaRPr lang="en-US"/>
        </a:p>
      </dgm:t>
    </dgm:pt>
    <dgm:pt modelId="{4C216B42-05D2-4646-B785-D8A11DA9C2C1}" type="sibTrans" cxnId="{6BDE98F1-539E-4030-866C-4B75D77F4211}">
      <dgm:prSet/>
      <dgm:spPr/>
      <dgm:t>
        <a:bodyPr/>
        <a:lstStyle/>
        <a:p>
          <a:endParaRPr lang="en-US"/>
        </a:p>
      </dgm:t>
    </dgm:pt>
    <dgm:pt modelId="{22755BA0-824B-4EEE-8D2E-9EF80FFDF2AB}">
      <dgm:prSet/>
      <dgm:spPr/>
      <dgm:t>
        <a:bodyPr/>
        <a:lstStyle/>
        <a:p>
          <a:r>
            <a:rPr lang="en-US" b="1"/>
            <a:t>Cas 2 : Poids propre + pression hydrostatique</a:t>
          </a:r>
          <a:endParaRPr lang="en-US"/>
        </a:p>
      </dgm:t>
    </dgm:pt>
    <dgm:pt modelId="{8B653ED1-C386-412A-BDED-7ABB4D18E74A}" type="parTrans" cxnId="{3981A286-E5D6-4055-8579-5A15924AFAF5}">
      <dgm:prSet/>
      <dgm:spPr/>
      <dgm:t>
        <a:bodyPr/>
        <a:lstStyle/>
        <a:p>
          <a:endParaRPr lang="en-US"/>
        </a:p>
      </dgm:t>
    </dgm:pt>
    <dgm:pt modelId="{E7E90D04-722C-42D0-BB36-95D5F87099FD}" type="sibTrans" cxnId="{3981A286-E5D6-4055-8579-5A15924AFAF5}">
      <dgm:prSet/>
      <dgm:spPr/>
      <dgm:t>
        <a:bodyPr/>
        <a:lstStyle/>
        <a:p>
          <a:endParaRPr lang="en-US"/>
        </a:p>
      </dgm:t>
    </dgm:pt>
    <dgm:pt modelId="{678428BE-C659-4709-8721-409D53A3E154}">
      <dgm:prSet/>
      <dgm:spPr>
        <a:blipFill>
          <a:blip xmlns:r="http://schemas.openxmlformats.org/officeDocument/2006/relationships" r:embed="rId1"/>
          <a:stretch>
            <a:fillRect t="-7447" b="-10638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F62405A2-C6B9-403C-A5E7-37DBDD9B3DA9}" type="parTrans" cxnId="{70DC4EC9-A5CC-4BF7-817E-DB10291DF967}">
      <dgm:prSet/>
      <dgm:spPr/>
      <dgm:t>
        <a:bodyPr/>
        <a:lstStyle/>
        <a:p>
          <a:endParaRPr lang="en-US"/>
        </a:p>
      </dgm:t>
    </dgm:pt>
    <dgm:pt modelId="{31713401-C7A0-4E01-BAA8-32C1EE52CB02}" type="sibTrans" cxnId="{70DC4EC9-A5CC-4BF7-817E-DB10291DF967}">
      <dgm:prSet/>
      <dgm:spPr/>
      <dgm:t>
        <a:bodyPr/>
        <a:lstStyle/>
        <a:p>
          <a:endParaRPr lang="en-US"/>
        </a:p>
      </dgm:t>
    </dgm:pt>
    <dgm:pt modelId="{B0D9ECC4-06B4-46BB-92F1-78524B600159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AEC4356A-6646-490E-83A4-F3D55BAD0B0E}" type="parTrans" cxnId="{8D9B2BC8-1396-45E1-A4F1-D08EA36DF684}">
      <dgm:prSet/>
      <dgm:spPr/>
      <dgm:t>
        <a:bodyPr/>
        <a:lstStyle/>
        <a:p>
          <a:endParaRPr lang="en-US"/>
        </a:p>
      </dgm:t>
    </dgm:pt>
    <dgm:pt modelId="{7C277FA0-3DBC-4CAB-9D12-B96EF02AF5EF}" type="sibTrans" cxnId="{8D9B2BC8-1396-45E1-A4F1-D08EA36DF684}">
      <dgm:prSet/>
      <dgm:spPr/>
      <dgm:t>
        <a:bodyPr/>
        <a:lstStyle/>
        <a:p>
          <a:endParaRPr lang="en-US"/>
        </a:p>
      </dgm:t>
    </dgm:pt>
    <dgm:pt modelId="{52FB0B8A-626A-4FE4-B985-58E67FB67EB1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3D56998D-451C-499A-94A7-2965EE283A81}" type="parTrans" cxnId="{1F801A54-DFF7-4BEC-A954-EFA9FF3E1461}">
      <dgm:prSet/>
      <dgm:spPr/>
      <dgm:t>
        <a:bodyPr/>
        <a:lstStyle/>
        <a:p>
          <a:endParaRPr lang="en-US"/>
        </a:p>
      </dgm:t>
    </dgm:pt>
    <dgm:pt modelId="{229EEA49-89D2-40E7-8F6C-D111A3650ACC}" type="sibTrans" cxnId="{1F801A54-DFF7-4BEC-A954-EFA9FF3E1461}">
      <dgm:prSet/>
      <dgm:spPr/>
      <dgm:t>
        <a:bodyPr/>
        <a:lstStyle/>
        <a:p>
          <a:endParaRPr lang="en-US"/>
        </a:p>
      </dgm:t>
    </dgm:pt>
    <dgm:pt modelId="{2B7D81DB-30EE-4E9C-BEA4-1CCE11927D50}">
      <dgm:prSet/>
      <dgm:spPr/>
      <dgm:t>
        <a:bodyPr/>
        <a:lstStyle/>
        <a:p>
          <a:r>
            <a:rPr lang="en-US" b="1"/>
            <a:t>Cas 3 : Poids + pression + surpression</a:t>
          </a:r>
          <a:endParaRPr lang="en-US"/>
        </a:p>
      </dgm:t>
    </dgm:pt>
    <dgm:pt modelId="{F3F3BDF3-A54B-4515-90C9-CA625E6B568E}" type="parTrans" cxnId="{7920BCDA-087C-47B7-B5B2-74D05629A2FD}">
      <dgm:prSet/>
      <dgm:spPr/>
      <dgm:t>
        <a:bodyPr/>
        <a:lstStyle/>
        <a:p>
          <a:endParaRPr lang="en-US"/>
        </a:p>
      </dgm:t>
    </dgm:pt>
    <dgm:pt modelId="{A2E52455-6602-4F37-A93A-854793E3A4DE}" type="sibTrans" cxnId="{7920BCDA-087C-47B7-B5B2-74D05629A2FD}">
      <dgm:prSet/>
      <dgm:spPr/>
      <dgm:t>
        <a:bodyPr/>
        <a:lstStyle/>
        <a:p>
          <a:endParaRPr lang="en-US"/>
        </a:p>
      </dgm:t>
    </dgm:pt>
    <dgm:pt modelId="{2EDD8CE4-7E67-4282-87B2-F79D69CC8121}">
      <dgm:prSet/>
      <dgm:spPr>
        <a:blipFill>
          <a:blip xmlns:r="http://schemas.openxmlformats.org/officeDocument/2006/relationships" r:embed="rId2"/>
          <a:stretch>
            <a:fillRect t="-12605" b="-1764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CE6B86C6-5045-4B20-A8F1-75379F67E7E5}" type="parTrans" cxnId="{75D75414-AF91-4E91-BA87-C1CBD231907A}">
      <dgm:prSet/>
      <dgm:spPr/>
      <dgm:t>
        <a:bodyPr/>
        <a:lstStyle/>
        <a:p>
          <a:endParaRPr lang="en-US"/>
        </a:p>
      </dgm:t>
    </dgm:pt>
    <dgm:pt modelId="{B4C40B1B-451C-42FA-BAC8-DA89250C6702}" type="sibTrans" cxnId="{75D75414-AF91-4E91-BA87-C1CBD231907A}">
      <dgm:prSet/>
      <dgm:spPr/>
      <dgm:t>
        <a:bodyPr/>
        <a:lstStyle/>
        <a:p>
          <a:endParaRPr lang="en-US"/>
        </a:p>
      </dgm:t>
    </dgm:pt>
    <dgm:pt modelId="{D0B8C1DF-67B1-4340-9839-DB4D14FDE69B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C626A12F-65FE-458F-A0A0-7BE8E05F8FD1}" type="parTrans" cxnId="{A3D1143B-CC34-476A-8958-B50CFF8A5144}">
      <dgm:prSet/>
      <dgm:spPr/>
      <dgm:t>
        <a:bodyPr/>
        <a:lstStyle/>
        <a:p>
          <a:endParaRPr lang="en-US"/>
        </a:p>
      </dgm:t>
    </dgm:pt>
    <dgm:pt modelId="{BAA0A046-E68C-464A-AA26-5B02969504CD}" type="sibTrans" cxnId="{A3D1143B-CC34-476A-8958-B50CFF8A5144}">
      <dgm:prSet/>
      <dgm:spPr/>
      <dgm:t>
        <a:bodyPr/>
        <a:lstStyle/>
        <a:p>
          <a:endParaRPr lang="en-US"/>
        </a:p>
      </dgm:t>
    </dgm:pt>
    <dgm:pt modelId="{7E504AFD-8093-45A0-BFB2-E120F935AA82}" type="pres">
      <dgm:prSet presAssocID="{75AA66A1-0B77-4EB3-8B0A-09484C90841C}" presName="linear" presStyleCnt="0">
        <dgm:presLayoutVars>
          <dgm:animLvl val="lvl"/>
          <dgm:resizeHandles val="exact"/>
        </dgm:presLayoutVars>
      </dgm:prSet>
      <dgm:spPr/>
    </dgm:pt>
    <dgm:pt modelId="{A1890472-D459-4E1A-AFF3-AEE2303C3EE9}" type="pres">
      <dgm:prSet presAssocID="{EAA36D5C-FD87-4808-AB2C-69D3205DD99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9E837F8-7BD8-4ED6-9F00-0141639CE058}" type="pres">
      <dgm:prSet presAssocID="{EAA36D5C-FD87-4808-AB2C-69D3205DD990}" presName="childText" presStyleLbl="revTx" presStyleIdx="0" presStyleCnt="3">
        <dgm:presLayoutVars>
          <dgm:bulletEnabled val="1"/>
        </dgm:presLayoutVars>
      </dgm:prSet>
      <dgm:spPr/>
    </dgm:pt>
    <dgm:pt modelId="{9377B0D9-5AC8-4B0D-80C2-EF26F2ACF38A}" type="pres">
      <dgm:prSet presAssocID="{22755BA0-824B-4EEE-8D2E-9EF80FFDF2AB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485EA39-4451-45D8-A5BB-816EFEF9D078}" type="pres">
      <dgm:prSet presAssocID="{22755BA0-824B-4EEE-8D2E-9EF80FFDF2AB}" presName="childText" presStyleLbl="revTx" presStyleIdx="1" presStyleCnt="3">
        <dgm:presLayoutVars>
          <dgm:bulletEnabled val="1"/>
        </dgm:presLayoutVars>
      </dgm:prSet>
      <dgm:spPr/>
    </dgm:pt>
    <dgm:pt modelId="{4CADB48C-593E-4461-8083-DB6AE0585A8A}" type="pres">
      <dgm:prSet presAssocID="{2B7D81DB-30EE-4E9C-BEA4-1CCE11927D50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B944375-41DB-43B5-9767-72D912EA8D70}" type="pres">
      <dgm:prSet presAssocID="{2B7D81DB-30EE-4E9C-BEA4-1CCE11927D50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903B5901-C493-48D1-8BD2-447D93AB3917}" type="presOf" srcId="{B0D9ECC4-06B4-46BB-92F1-78524B600159}" destId="{7485EA39-4451-45D8-A5BB-816EFEF9D078}" srcOrd="0" destOrd="1" presId="urn:microsoft.com/office/officeart/2005/8/layout/vList2"/>
    <dgm:cxn modelId="{75D75414-AF91-4E91-BA87-C1CBD231907A}" srcId="{2B7D81DB-30EE-4E9C-BEA4-1CCE11927D50}" destId="{2EDD8CE4-7E67-4282-87B2-F79D69CC8121}" srcOrd="0" destOrd="0" parTransId="{CE6B86C6-5045-4B20-A8F1-75379F67E7E5}" sibTransId="{B4C40B1B-451C-42FA-BAC8-DA89250C6702}"/>
    <dgm:cxn modelId="{A3D1143B-CC34-476A-8958-B50CFF8A5144}" srcId="{2B7D81DB-30EE-4E9C-BEA4-1CCE11927D50}" destId="{D0B8C1DF-67B1-4340-9839-DB4D14FDE69B}" srcOrd="1" destOrd="0" parTransId="{C626A12F-65FE-458F-A0A0-7BE8E05F8FD1}" sibTransId="{BAA0A046-E68C-464A-AA26-5B02969504CD}"/>
    <dgm:cxn modelId="{095FFF67-358B-4441-94E5-AE749B692F6F}" type="presOf" srcId="{D0B8C1DF-67B1-4340-9839-DB4D14FDE69B}" destId="{EB944375-41DB-43B5-9767-72D912EA8D70}" srcOrd="0" destOrd="1" presId="urn:microsoft.com/office/officeart/2005/8/layout/vList2"/>
    <dgm:cxn modelId="{3F5F4369-6B4A-40D8-B813-526B526DAA63}" type="presOf" srcId="{22755BA0-824B-4EEE-8D2E-9EF80FFDF2AB}" destId="{9377B0D9-5AC8-4B0D-80C2-EF26F2ACF38A}" srcOrd="0" destOrd="0" presId="urn:microsoft.com/office/officeart/2005/8/layout/vList2"/>
    <dgm:cxn modelId="{1F801A54-DFF7-4BEC-A954-EFA9FF3E1461}" srcId="{22755BA0-824B-4EEE-8D2E-9EF80FFDF2AB}" destId="{52FB0B8A-626A-4FE4-B985-58E67FB67EB1}" srcOrd="2" destOrd="0" parTransId="{3D56998D-451C-499A-94A7-2965EE283A81}" sibTransId="{229EEA49-89D2-40E7-8F6C-D111A3650ACC}"/>
    <dgm:cxn modelId="{3981A286-E5D6-4055-8579-5A15924AFAF5}" srcId="{75AA66A1-0B77-4EB3-8B0A-09484C90841C}" destId="{22755BA0-824B-4EEE-8D2E-9EF80FFDF2AB}" srcOrd="1" destOrd="0" parTransId="{8B653ED1-C386-412A-BDED-7ABB4D18E74A}" sibTransId="{E7E90D04-722C-42D0-BB36-95D5F87099FD}"/>
    <dgm:cxn modelId="{BCDB1789-6B40-4375-9748-5FE5DCB9956B}" type="presOf" srcId="{75AA66A1-0B77-4EB3-8B0A-09484C90841C}" destId="{7E504AFD-8093-45A0-BFB2-E120F935AA82}" srcOrd="0" destOrd="0" presId="urn:microsoft.com/office/officeart/2005/8/layout/vList2"/>
    <dgm:cxn modelId="{256EF98B-D1BD-4586-A78F-D34FAF1AC1EA}" type="presOf" srcId="{678428BE-C659-4709-8721-409D53A3E154}" destId="{7485EA39-4451-45D8-A5BB-816EFEF9D078}" srcOrd="0" destOrd="0" presId="urn:microsoft.com/office/officeart/2005/8/layout/vList2"/>
    <dgm:cxn modelId="{A86A6297-4CCF-44EA-9602-7C728E95B5A1}" type="presOf" srcId="{2B7D81DB-30EE-4E9C-BEA4-1CCE11927D50}" destId="{4CADB48C-593E-4461-8083-DB6AE0585A8A}" srcOrd="0" destOrd="0" presId="urn:microsoft.com/office/officeart/2005/8/layout/vList2"/>
    <dgm:cxn modelId="{D3D84AA4-8523-4127-90DE-FCD873816E22}" srcId="{75AA66A1-0B77-4EB3-8B0A-09484C90841C}" destId="{EAA36D5C-FD87-4808-AB2C-69D3205DD990}" srcOrd="0" destOrd="0" parTransId="{70ECE774-D09F-4BD6-BEFF-4A335525AF2D}" sibTransId="{59D21CA5-5D86-425A-9B3E-4EA4BEDCB858}"/>
    <dgm:cxn modelId="{8D9B2BC8-1396-45E1-A4F1-D08EA36DF684}" srcId="{22755BA0-824B-4EEE-8D2E-9EF80FFDF2AB}" destId="{B0D9ECC4-06B4-46BB-92F1-78524B600159}" srcOrd="1" destOrd="0" parTransId="{AEC4356A-6646-490E-83A4-F3D55BAD0B0E}" sibTransId="{7C277FA0-3DBC-4CAB-9D12-B96EF02AF5EF}"/>
    <dgm:cxn modelId="{70DC4EC9-A5CC-4BF7-817E-DB10291DF967}" srcId="{22755BA0-824B-4EEE-8D2E-9EF80FFDF2AB}" destId="{678428BE-C659-4709-8721-409D53A3E154}" srcOrd="0" destOrd="0" parTransId="{F62405A2-C6B9-403C-A5E7-37DBDD9B3DA9}" sibTransId="{31713401-C7A0-4E01-BAA8-32C1EE52CB02}"/>
    <dgm:cxn modelId="{7920BCDA-087C-47B7-B5B2-74D05629A2FD}" srcId="{75AA66A1-0B77-4EB3-8B0A-09484C90841C}" destId="{2B7D81DB-30EE-4E9C-BEA4-1CCE11927D50}" srcOrd="2" destOrd="0" parTransId="{F3F3BDF3-A54B-4515-90C9-CA625E6B568E}" sibTransId="{A2E52455-6602-4F37-A93A-854793E3A4DE}"/>
    <dgm:cxn modelId="{5BAC9BE4-82D7-46F9-835D-12FC344719DB}" type="presOf" srcId="{EAA36D5C-FD87-4808-AB2C-69D3205DD990}" destId="{A1890472-D459-4E1A-AFF3-AEE2303C3EE9}" srcOrd="0" destOrd="0" presId="urn:microsoft.com/office/officeart/2005/8/layout/vList2"/>
    <dgm:cxn modelId="{AE3A12E9-0D44-4629-B7B1-4FB8FC57648A}" type="presOf" srcId="{52FB0B8A-626A-4FE4-B985-58E67FB67EB1}" destId="{7485EA39-4451-45D8-A5BB-816EFEF9D078}" srcOrd="0" destOrd="2" presId="urn:microsoft.com/office/officeart/2005/8/layout/vList2"/>
    <dgm:cxn modelId="{6BDE98F1-539E-4030-866C-4B75D77F4211}" srcId="{EAA36D5C-FD87-4808-AB2C-69D3205DD990}" destId="{EA516A17-61EF-4EE8-8D2C-209C494AD4FB}" srcOrd="0" destOrd="0" parTransId="{4D06F6A1-E2E3-48A0-A85C-54C31853B977}" sibTransId="{4C216B42-05D2-4646-B785-D8A11DA9C2C1}"/>
    <dgm:cxn modelId="{F26ACAF2-A686-4134-A4FB-401D77242791}" type="presOf" srcId="{2EDD8CE4-7E67-4282-87B2-F79D69CC8121}" destId="{EB944375-41DB-43B5-9767-72D912EA8D70}" srcOrd="0" destOrd="0" presId="urn:microsoft.com/office/officeart/2005/8/layout/vList2"/>
    <dgm:cxn modelId="{874BC3F6-9C9F-4D66-8040-C03201244E21}" type="presOf" srcId="{EA516A17-61EF-4EE8-8D2C-209C494AD4FB}" destId="{19E837F8-7BD8-4ED6-9F00-0141639CE058}" srcOrd="0" destOrd="0" presId="urn:microsoft.com/office/officeart/2005/8/layout/vList2"/>
    <dgm:cxn modelId="{EB9D6CB9-79BB-4D1F-845D-3226FA6FFFCC}" type="presParOf" srcId="{7E504AFD-8093-45A0-BFB2-E120F935AA82}" destId="{A1890472-D459-4E1A-AFF3-AEE2303C3EE9}" srcOrd="0" destOrd="0" presId="urn:microsoft.com/office/officeart/2005/8/layout/vList2"/>
    <dgm:cxn modelId="{F741A0C6-3F01-4487-A73A-62864FF74DD1}" type="presParOf" srcId="{7E504AFD-8093-45A0-BFB2-E120F935AA82}" destId="{19E837F8-7BD8-4ED6-9F00-0141639CE058}" srcOrd="1" destOrd="0" presId="urn:microsoft.com/office/officeart/2005/8/layout/vList2"/>
    <dgm:cxn modelId="{2BAD7121-2828-4E75-84D8-7CCFB3A08405}" type="presParOf" srcId="{7E504AFD-8093-45A0-BFB2-E120F935AA82}" destId="{9377B0D9-5AC8-4B0D-80C2-EF26F2ACF38A}" srcOrd="2" destOrd="0" presId="urn:microsoft.com/office/officeart/2005/8/layout/vList2"/>
    <dgm:cxn modelId="{1813EF1C-83FE-4A2F-8163-F482C84BACBA}" type="presParOf" srcId="{7E504AFD-8093-45A0-BFB2-E120F935AA82}" destId="{7485EA39-4451-45D8-A5BB-816EFEF9D078}" srcOrd="3" destOrd="0" presId="urn:microsoft.com/office/officeart/2005/8/layout/vList2"/>
    <dgm:cxn modelId="{0CAFEF85-DF2B-4AA8-A32A-F5671C66C4CC}" type="presParOf" srcId="{7E504AFD-8093-45A0-BFB2-E120F935AA82}" destId="{4CADB48C-593E-4461-8083-DB6AE0585A8A}" srcOrd="4" destOrd="0" presId="urn:microsoft.com/office/officeart/2005/8/layout/vList2"/>
    <dgm:cxn modelId="{B3E627FA-115E-4D86-9DA6-23340B5C7AB1}" type="presParOf" srcId="{7E504AFD-8093-45A0-BFB2-E120F935AA82}" destId="{EB944375-41DB-43B5-9767-72D912EA8D7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353AA24E-9F19-46CD-A510-FFEFF0ED1F06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08A2248-5F15-4117-BCCB-C92E2847B976}">
      <dgm:prSet/>
      <dgm:spPr/>
      <dgm:t>
        <a:bodyPr/>
        <a:lstStyle/>
        <a:p>
          <a:r>
            <a:rPr lang="en-US" b="0" i="0" baseline="0"/>
            <a:t>Raffinement progressif du maillage</a:t>
          </a:r>
          <a:endParaRPr lang="en-US"/>
        </a:p>
      </dgm:t>
    </dgm:pt>
    <dgm:pt modelId="{0D2310F5-D603-4E05-8A0D-579A417A6214}" type="parTrans" cxnId="{2BFA8C09-A029-4A30-A787-86B1EC232008}">
      <dgm:prSet/>
      <dgm:spPr/>
      <dgm:t>
        <a:bodyPr/>
        <a:lstStyle/>
        <a:p>
          <a:endParaRPr lang="en-US"/>
        </a:p>
      </dgm:t>
    </dgm:pt>
    <dgm:pt modelId="{610C6B79-BCA9-4DBA-AB91-44503C1DF9B8}" type="sibTrans" cxnId="{2BFA8C09-A029-4A30-A787-86B1EC232008}">
      <dgm:prSet/>
      <dgm:spPr/>
      <dgm:t>
        <a:bodyPr/>
        <a:lstStyle/>
        <a:p>
          <a:endParaRPr lang="en-US"/>
        </a:p>
      </dgm:t>
    </dgm:pt>
    <dgm:pt modelId="{4B6BFDC1-39A3-4E21-AE8D-85766EA04DF3}">
      <dgm:prSet/>
      <dgm:spPr/>
      <dgm:t>
        <a:bodyPr/>
        <a:lstStyle/>
        <a:p>
          <a:r>
            <a:rPr lang="en-US" b="0" i="0" baseline="0" dirty="0" err="1"/>
            <a:t>Analyse</a:t>
          </a:r>
          <a:r>
            <a:rPr lang="en-US" b="0" i="0" baseline="0" dirty="0"/>
            <a:t> sous </a:t>
          </a:r>
          <a:r>
            <a:rPr lang="en-US" b="1" i="0" baseline="0" dirty="0" err="1"/>
            <a:t>poids</a:t>
          </a:r>
          <a:r>
            <a:rPr lang="en-US" b="1" i="0" baseline="0" dirty="0"/>
            <a:t> propre</a:t>
          </a:r>
          <a:endParaRPr lang="en-US" dirty="0"/>
        </a:p>
      </dgm:t>
    </dgm:pt>
    <dgm:pt modelId="{9481C20E-6263-44E7-A127-D3EB1C94C9E4}" type="parTrans" cxnId="{D6711A74-AC57-412C-B750-E488CD13F1F3}">
      <dgm:prSet/>
      <dgm:spPr/>
      <dgm:t>
        <a:bodyPr/>
        <a:lstStyle/>
        <a:p>
          <a:endParaRPr lang="en-US"/>
        </a:p>
      </dgm:t>
    </dgm:pt>
    <dgm:pt modelId="{142791C8-C9F6-47B1-A810-8B4ADC016CF9}" type="sibTrans" cxnId="{D6711A74-AC57-412C-B750-E488CD13F1F3}">
      <dgm:prSet/>
      <dgm:spPr/>
      <dgm:t>
        <a:bodyPr/>
        <a:lstStyle/>
        <a:p>
          <a:endParaRPr lang="en-US"/>
        </a:p>
      </dgm:t>
    </dgm:pt>
    <dgm:pt modelId="{1E6922A6-FBCD-435C-BA0A-9D5DA0D46DB9}">
      <dgm:prSet/>
      <dgm:spPr/>
      <dgm:t>
        <a:bodyPr/>
        <a:lstStyle/>
        <a:p>
          <a:r>
            <a:rPr lang="en-US" b="0" i="0" baseline="0"/>
            <a:t>Comparaison :</a:t>
          </a:r>
          <a:endParaRPr lang="en-US"/>
        </a:p>
      </dgm:t>
    </dgm:pt>
    <dgm:pt modelId="{A2D86A56-22D0-4BA2-8B1A-6F9788A256F8}" type="parTrans" cxnId="{F2BD64C3-297D-489D-8625-AE9A3022A0D9}">
      <dgm:prSet/>
      <dgm:spPr/>
      <dgm:t>
        <a:bodyPr/>
        <a:lstStyle/>
        <a:p>
          <a:endParaRPr lang="en-US"/>
        </a:p>
      </dgm:t>
    </dgm:pt>
    <dgm:pt modelId="{4DA41DD0-9B88-4D79-9A5D-E1271ECD3C73}" type="sibTrans" cxnId="{F2BD64C3-297D-489D-8625-AE9A3022A0D9}">
      <dgm:prSet/>
      <dgm:spPr/>
      <dgm:t>
        <a:bodyPr/>
        <a:lstStyle/>
        <a:p>
          <a:endParaRPr lang="en-US"/>
        </a:p>
      </dgm:t>
    </dgm:pt>
    <dgm:pt modelId="{A27EB938-3F20-4880-9150-C5E71D5586D7}">
      <dgm:prSet/>
      <dgm:spPr/>
      <dgm:t>
        <a:bodyPr/>
        <a:lstStyle/>
        <a:p>
          <a:r>
            <a:rPr lang="en-US" b="0" i="0" baseline="0" dirty="0" err="1"/>
            <a:t>contrainte</a:t>
          </a:r>
          <a:r>
            <a:rPr lang="en-US" b="0" i="0" baseline="0" dirty="0"/>
            <a:t> de Von Mises</a:t>
          </a:r>
          <a:endParaRPr lang="en-US" dirty="0"/>
        </a:p>
      </dgm:t>
    </dgm:pt>
    <dgm:pt modelId="{780B7F64-FD30-433A-8F65-380BAE341ED3}" type="parTrans" cxnId="{F41B3A6C-2177-49A5-A907-4A5D42501E0C}">
      <dgm:prSet/>
      <dgm:spPr/>
      <dgm:t>
        <a:bodyPr/>
        <a:lstStyle/>
        <a:p>
          <a:endParaRPr lang="en-US"/>
        </a:p>
      </dgm:t>
    </dgm:pt>
    <dgm:pt modelId="{719DAB41-C9F7-46A5-9798-1BB79CD7EC1B}" type="sibTrans" cxnId="{F41B3A6C-2177-49A5-A907-4A5D42501E0C}">
      <dgm:prSet/>
      <dgm:spPr/>
      <dgm:t>
        <a:bodyPr/>
        <a:lstStyle/>
        <a:p>
          <a:endParaRPr lang="en-US"/>
        </a:p>
      </dgm:t>
    </dgm:pt>
    <dgm:pt modelId="{FE140E5A-7E54-4E64-A0E2-BA4C46C05A5D}">
      <dgm:prSet/>
      <dgm:spPr/>
      <dgm:t>
        <a:bodyPr/>
        <a:lstStyle/>
        <a:p>
          <a:r>
            <a:rPr lang="en-US" b="0" i="0" baseline="0" dirty="0" err="1"/>
            <a:t>Facteur</a:t>
          </a:r>
          <a:r>
            <a:rPr lang="en-US" b="0" i="0" baseline="0" dirty="0"/>
            <a:t> critique de </a:t>
          </a:r>
          <a:r>
            <a:rPr lang="en-US" b="0" i="0" baseline="0" dirty="0" err="1"/>
            <a:t>flambement</a:t>
          </a:r>
          <a:r>
            <a:rPr lang="en-US" b="0" i="0" baseline="0" dirty="0"/>
            <a:t> λ</a:t>
          </a:r>
          <a:endParaRPr lang="en-US" dirty="0"/>
        </a:p>
      </dgm:t>
    </dgm:pt>
    <dgm:pt modelId="{F8C3345D-0FC5-4783-810A-4A94B4E2319B}" type="parTrans" cxnId="{64C4AF28-8A9B-4FDA-B802-123FAE183E99}">
      <dgm:prSet/>
      <dgm:spPr/>
      <dgm:t>
        <a:bodyPr/>
        <a:lstStyle/>
        <a:p>
          <a:endParaRPr lang="en-US"/>
        </a:p>
      </dgm:t>
    </dgm:pt>
    <dgm:pt modelId="{71A85568-5464-4F87-96EA-6C11E054BEBC}" type="sibTrans" cxnId="{64C4AF28-8A9B-4FDA-B802-123FAE183E99}">
      <dgm:prSet/>
      <dgm:spPr/>
      <dgm:t>
        <a:bodyPr/>
        <a:lstStyle/>
        <a:p>
          <a:endParaRPr lang="en-US"/>
        </a:p>
      </dgm:t>
    </dgm:pt>
    <dgm:pt modelId="{30F8E4DC-FEA0-41BB-BEA2-27A6AFFA929C}" type="pres">
      <dgm:prSet presAssocID="{353AA24E-9F19-46CD-A510-FFEFF0ED1F06}" presName="linear" presStyleCnt="0">
        <dgm:presLayoutVars>
          <dgm:animLvl val="lvl"/>
          <dgm:resizeHandles val="exact"/>
        </dgm:presLayoutVars>
      </dgm:prSet>
      <dgm:spPr/>
    </dgm:pt>
    <dgm:pt modelId="{0DC85969-4FD3-42FD-AFA9-35B117F24DAD}" type="pres">
      <dgm:prSet presAssocID="{D08A2248-5F15-4117-BCCB-C92E2847B976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8A89623-C6E2-4753-A089-652343821DE1}" type="pres">
      <dgm:prSet presAssocID="{610C6B79-BCA9-4DBA-AB91-44503C1DF9B8}" presName="spacer" presStyleCnt="0"/>
      <dgm:spPr/>
    </dgm:pt>
    <dgm:pt modelId="{F6813FB5-EEC2-4C25-BCC7-D3EA061D9BD8}" type="pres">
      <dgm:prSet presAssocID="{4B6BFDC1-39A3-4E21-AE8D-85766EA04DF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8596A9E-68F4-48D1-8416-0589776AACDA}" type="pres">
      <dgm:prSet presAssocID="{142791C8-C9F6-47B1-A810-8B4ADC016CF9}" presName="spacer" presStyleCnt="0"/>
      <dgm:spPr/>
    </dgm:pt>
    <dgm:pt modelId="{95362B52-CB7B-4394-B283-BF6CFBE8B7FE}" type="pres">
      <dgm:prSet presAssocID="{1E6922A6-FBCD-435C-BA0A-9D5DA0D46DB9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4CD2BFB9-6064-4C76-AEAD-CD3F41A6888F}" type="pres">
      <dgm:prSet presAssocID="{1E6922A6-FBCD-435C-BA0A-9D5DA0D46DB9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D7FFB08-0DF7-48AC-BCB1-81DF54362C14}" type="presOf" srcId="{FE140E5A-7E54-4E64-A0E2-BA4C46C05A5D}" destId="{4CD2BFB9-6064-4C76-AEAD-CD3F41A6888F}" srcOrd="0" destOrd="1" presId="urn:microsoft.com/office/officeart/2005/8/layout/vList2"/>
    <dgm:cxn modelId="{2BFA8C09-A029-4A30-A787-86B1EC232008}" srcId="{353AA24E-9F19-46CD-A510-FFEFF0ED1F06}" destId="{D08A2248-5F15-4117-BCCB-C92E2847B976}" srcOrd="0" destOrd="0" parTransId="{0D2310F5-D603-4E05-8A0D-579A417A6214}" sibTransId="{610C6B79-BCA9-4DBA-AB91-44503C1DF9B8}"/>
    <dgm:cxn modelId="{4FB0B922-92BD-43CF-8DE6-2E124FE444E4}" type="presOf" srcId="{353AA24E-9F19-46CD-A510-FFEFF0ED1F06}" destId="{30F8E4DC-FEA0-41BB-BEA2-27A6AFFA929C}" srcOrd="0" destOrd="0" presId="urn:microsoft.com/office/officeart/2005/8/layout/vList2"/>
    <dgm:cxn modelId="{64C4AF28-8A9B-4FDA-B802-123FAE183E99}" srcId="{1E6922A6-FBCD-435C-BA0A-9D5DA0D46DB9}" destId="{FE140E5A-7E54-4E64-A0E2-BA4C46C05A5D}" srcOrd="1" destOrd="0" parTransId="{F8C3345D-0FC5-4783-810A-4A94B4E2319B}" sibTransId="{71A85568-5464-4F87-96EA-6C11E054BEBC}"/>
    <dgm:cxn modelId="{A1272C2D-A6FC-4D3B-B12A-ED9407E2475D}" type="presOf" srcId="{4B6BFDC1-39A3-4E21-AE8D-85766EA04DF3}" destId="{F6813FB5-EEC2-4C25-BCC7-D3EA061D9BD8}" srcOrd="0" destOrd="0" presId="urn:microsoft.com/office/officeart/2005/8/layout/vList2"/>
    <dgm:cxn modelId="{D0972D44-9B32-489E-A0D7-1F433E3E3B7D}" type="presOf" srcId="{A27EB938-3F20-4880-9150-C5E71D5586D7}" destId="{4CD2BFB9-6064-4C76-AEAD-CD3F41A6888F}" srcOrd="0" destOrd="0" presId="urn:microsoft.com/office/officeart/2005/8/layout/vList2"/>
    <dgm:cxn modelId="{F41B3A6C-2177-49A5-A907-4A5D42501E0C}" srcId="{1E6922A6-FBCD-435C-BA0A-9D5DA0D46DB9}" destId="{A27EB938-3F20-4880-9150-C5E71D5586D7}" srcOrd="0" destOrd="0" parTransId="{780B7F64-FD30-433A-8F65-380BAE341ED3}" sibTransId="{719DAB41-C9F7-46A5-9798-1BB79CD7EC1B}"/>
    <dgm:cxn modelId="{CD103671-BFB4-4264-968C-FB10CEF68E5A}" type="presOf" srcId="{1E6922A6-FBCD-435C-BA0A-9D5DA0D46DB9}" destId="{95362B52-CB7B-4394-B283-BF6CFBE8B7FE}" srcOrd="0" destOrd="0" presId="urn:microsoft.com/office/officeart/2005/8/layout/vList2"/>
    <dgm:cxn modelId="{D6711A74-AC57-412C-B750-E488CD13F1F3}" srcId="{353AA24E-9F19-46CD-A510-FFEFF0ED1F06}" destId="{4B6BFDC1-39A3-4E21-AE8D-85766EA04DF3}" srcOrd="1" destOrd="0" parTransId="{9481C20E-6263-44E7-A127-D3EB1C94C9E4}" sibTransId="{142791C8-C9F6-47B1-A810-8B4ADC016CF9}"/>
    <dgm:cxn modelId="{F2BD64C3-297D-489D-8625-AE9A3022A0D9}" srcId="{353AA24E-9F19-46CD-A510-FFEFF0ED1F06}" destId="{1E6922A6-FBCD-435C-BA0A-9D5DA0D46DB9}" srcOrd="2" destOrd="0" parTransId="{A2D86A56-22D0-4BA2-8B1A-6F9788A256F8}" sibTransId="{4DA41DD0-9B88-4D79-9A5D-E1271ECD3C73}"/>
    <dgm:cxn modelId="{6CD91CCB-40BA-4B81-A0FB-8CC9B5CE4F11}" type="presOf" srcId="{D08A2248-5F15-4117-BCCB-C92E2847B976}" destId="{0DC85969-4FD3-42FD-AFA9-35B117F24DAD}" srcOrd="0" destOrd="0" presId="urn:microsoft.com/office/officeart/2005/8/layout/vList2"/>
    <dgm:cxn modelId="{DAA72FE5-8F77-4C43-BBE1-5A545214A42A}" type="presParOf" srcId="{30F8E4DC-FEA0-41BB-BEA2-27A6AFFA929C}" destId="{0DC85969-4FD3-42FD-AFA9-35B117F24DAD}" srcOrd="0" destOrd="0" presId="urn:microsoft.com/office/officeart/2005/8/layout/vList2"/>
    <dgm:cxn modelId="{0FB3044C-1FA5-4BDF-9722-1C8517F95E1B}" type="presParOf" srcId="{30F8E4DC-FEA0-41BB-BEA2-27A6AFFA929C}" destId="{78A89623-C6E2-4753-A089-652343821DE1}" srcOrd="1" destOrd="0" presId="urn:microsoft.com/office/officeart/2005/8/layout/vList2"/>
    <dgm:cxn modelId="{4FD7622C-18EA-4470-97F7-3E7E7D720018}" type="presParOf" srcId="{30F8E4DC-FEA0-41BB-BEA2-27A6AFFA929C}" destId="{F6813FB5-EEC2-4C25-BCC7-D3EA061D9BD8}" srcOrd="2" destOrd="0" presId="urn:microsoft.com/office/officeart/2005/8/layout/vList2"/>
    <dgm:cxn modelId="{3445312E-63A1-46D6-AA04-79C3FC168135}" type="presParOf" srcId="{30F8E4DC-FEA0-41BB-BEA2-27A6AFFA929C}" destId="{A8596A9E-68F4-48D1-8416-0589776AACDA}" srcOrd="3" destOrd="0" presId="urn:microsoft.com/office/officeart/2005/8/layout/vList2"/>
    <dgm:cxn modelId="{C8B70986-C123-47CE-8A84-E51CC2425CAB}" type="presParOf" srcId="{30F8E4DC-FEA0-41BB-BEA2-27A6AFFA929C}" destId="{95362B52-CB7B-4394-B283-BF6CFBE8B7FE}" srcOrd="4" destOrd="0" presId="urn:microsoft.com/office/officeart/2005/8/layout/vList2"/>
    <dgm:cxn modelId="{44249026-725B-4BCA-B0E8-E5E9168B4FCE}" type="presParOf" srcId="{30F8E4DC-FEA0-41BB-BEA2-27A6AFFA929C}" destId="{4CD2BFB9-6064-4C76-AEAD-CD3F41A6888F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2E707CA-1159-4526-BA33-C877DB3B97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297808C-5BDB-4BB8-BAC8-8446CDDFEAB8}">
      <dgm:prSet/>
      <dgm:spPr/>
      <dgm:t>
        <a:bodyPr/>
        <a:lstStyle/>
        <a:p>
          <a:r>
            <a:rPr lang="fr-FR" b="1"/>
            <a:t>Évolution de la géométrie</a:t>
          </a:r>
          <a:endParaRPr lang="en-US"/>
        </a:p>
      </dgm:t>
    </dgm:pt>
    <dgm:pt modelId="{16B0DF36-EC13-4988-BA30-04CA85F09067}" type="parTrans" cxnId="{FCE3A83F-F664-4713-B743-2E1E18D8DA1A}">
      <dgm:prSet/>
      <dgm:spPr/>
      <dgm:t>
        <a:bodyPr/>
        <a:lstStyle/>
        <a:p>
          <a:endParaRPr lang="en-US"/>
        </a:p>
      </dgm:t>
    </dgm:pt>
    <dgm:pt modelId="{4E9570FC-A725-4247-9162-93D743A81202}" type="sibTrans" cxnId="{FCE3A83F-F664-4713-B743-2E1E18D8DA1A}">
      <dgm:prSet/>
      <dgm:spPr/>
      <dgm:t>
        <a:bodyPr/>
        <a:lstStyle/>
        <a:p>
          <a:endParaRPr lang="en-US"/>
        </a:p>
      </dgm:t>
    </dgm:pt>
    <dgm:pt modelId="{A5638002-035E-46A0-B0D1-73D75489B354}">
      <dgm:prSet/>
      <dgm:spPr/>
      <dgm:t>
        <a:bodyPr/>
        <a:lstStyle/>
        <a:p>
          <a:r>
            <a:rPr lang="fr-FR" dirty="0"/>
            <a:t>Ajout d’un </a:t>
          </a:r>
          <a:r>
            <a:rPr lang="fr-FR" b="1" dirty="0"/>
            <a:t>toit</a:t>
          </a:r>
          <a:endParaRPr lang="en-US" dirty="0"/>
        </a:p>
      </dgm:t>
    </dgm:pt>
    <dgm:pt modelId="{A6A6561B-7B65-44D0-96C9-2F454E4A1359}" type="parTrans" cxnId="{5BB923C5-3626-45D9-BEA5-56E0557DF932}">
      <dgm:prSet/>
      <dgm:spPr/>
      <dgm:t>
        <a:bodyPr/>
        <a:lstStyle/>
        <a:p>
          <a:endParaRPr lang="en-US"/>
        </a:p>
      </dgm:t>
    </dgm:pt>
    <dgm:pt modelId="{57A02EC8-095C-4058-B898-4D4829FD104E}" type="sibTrans" cxnId="{5BB923C5-3626-45D9-BEA5-56E0557DF932}">
      <dgm:prSet/>
      <dgm:spPr/>
      <dgm:t>
        <a:bodyPr/>
        <a:lstStyle/>
        <a:p>
          <a:endParaRPr lang="en-US"/>
        </a:p>
      </dgm:t>
    </dgm:pt>
    <dgm:pt modelId="{B4C8D804-D1B5-4BDB-A214-649D6900AB5A}">
      <dgm:prSet/>
      <dgm:spPr/>
      <dgm:t>
        <a:bodyPr/>
        <a:lstStyle/>
        <a:p>
          <a:r>
            <a:rPr lang="fr-FR" dirty="0"/>
            <a:t>Présence d’une </a:t>
          </a:r>
          <a:r>
            <a:rPr lang="fr-FR" b="1" dirty="0"/>
            <a:t>arête vive</a:t>
          </a:r>
          <a:r>
            <a:rPr lang="fr-FR" dirty="0"/>
            <a:t> à la jonction paroi–toit</a:t>
          </a:r>
          <a:endParaRPr lang="en-US" dirty="0"/>
        </a:p>
      </dgm:t>
    </dgm:pt>
    <dgm:pt modelId="{C621E0DA-014A-4EFF-87FF-5F60D9C80236}" type="parTrans" cxnId="{BC9376ED-756D-4974-8102-1AC5DFCF7C7D}">
      <dgm:prSet/>
      <dgm:spPr/>
      <dgm:t>
        <a:bodyPr/>
        <a:lstStyle/>
        <a:p>
          <a:endParaRPr lang="en-US"/>
        </a:p>
      </dgm:t>
    </dgm:pt>
    <dgm:pt modelId="{B8356443-1ABB-4BA4-80A6-AF5E3E05653A}" type="sibTrans" cxnId="{BC9376ED-756D-4974-8102-1AC5DFCF7C7D}">
      <dgm:prSet/>
      <dgm:spPr/>
      <dgm:t>
        <a:bodyPr/>
        <a:lstStyle/>
        <a:p>
          <a:endParaRPr lang="en-US"/>
        </a:p>
      </dgm:t>
    </dgm:pt>
    <dgm:pt modelId="{279990A5-9C2C-4AD7-A8C1-A0256D409FCD}">
      <dgm:prSet/>
      <dgm:spPr/>
      <dgm:t>
        <a:bodyPr/>
        <a:lstStyle/>
        <a:p>
          <a:r>
            <a:rPr lang="fr-FR" b="1"/>
            <a:t>Hypothèses</a:t>
          </a:r>
          <a:endParaRPr lang="en-US"/>
        </a:p>
      </dgm:t>
    </dgm:pt>
    <dgm:pt modelId="{1BB74BDC-8E9C-4E8D-8E17-20C74415361F}" type="parTrans" cxnId="{F373C280-0BDA-4738-A2D2-AA0C0B2F05F8}">
      <dgm:prSet/>
      <dgm:spPr/>
      <dgm:t>
        <a:bodyPr/>
        <a:lstStyle/>
        <a:p>
          <a:endParaRPr lang="en-US"/>
        </a:p>
      </dgm:t>
    </dgm:pt>
    <dgm:pt modelId="{789704A0-8311-48BA-B3C5-1F09E6C6FC07}" type="sibTrans" cxnId="{F373C280-0BDA-4738-A2D2-AA0C0B2F05F8}">
      <dgm:prSet/>
      <dgm:spPr/>
      <dgm:t>
        <a:bodyPr/>
        <a:lstStyle/>
        <a:p>
          <a:endParaRPr lang="en-US"/>
        </a:p>
      </dgm:t>
    </dgm:pt>
    <dgm:pt modelId="{CD67C2D4-7E74-4B0C-B842-8601A85FD78E}">
      <dgm:prSet/>
      <dgm:spPr/>
      <dgm:t>
        <a:bodyPr/>
        <a:lstStyle/>
        <a:p>
          <a:r>
            <a:rPr lang="fr-FR" dirty="0"/>
            <a:t>Identiques au Modèle 1</a:t>
          </a:r>
          <a:endParaRPr lang="en-US" dirty="0"/>
        </a:p>
      </dgm:t>
    </dgm:pt>
    <dgm:pt modelId="{DCD66DDC-950A-4B2C-A89D-74FD5DA7A56A}" type="parTrans" cxnId="{07EB6D74-0F0E-4632-9FDA-F7F47F75A5A0}">
      <dgm:prSet/>
      <dgm:spPr/>
      <dgm:t>
        <a:bodyPr/>
        <a:lstStyle/>
        <a:p>
          <a:endParaRPr lang="en-US"/>
        </a:p>
      </dgm:t>
    </dgm:pt>
    <dgm:pt modelId="{6E0FF0C4-831B-4FC9-A7B8-E3876019E5FA}" type="sibTrans" cxnId="{07EB6D74-0F0E-4632-9FDA-F7F47F75A5A0}">
      <dgm:prSet/>
      <dgm:spPr/>
      <dgm:t>
        <a:bodyPr/>
        <a:lstStyle/>
        <a:p>
          <a:endParaRPr lang="en-US"/>
        </a:p>
      </dgm:t>
    </dgm:pt>
    <dgm:pt modelId="{F9DF4820-D76D-474A-A431-7D454386E329}">
      <dgm:prSet/>
      <dgm:spPr/>
      <dgm:t>
        <a:bodyPr/>
        <a:lstStyle/>
        <a:p>
          <a:r>
            <a:rPr lang="fr-FR" dirty="0"/>
            <a:t>Même méthode de calcul (statique + flambement)</a:t>
          </a:r>
          <a:endParaRPr lang="en-US" dirty="0"/>
        </a:p>
      </dgm:t>
    </dgm:pt>
    <dgm:pt modelId="{D16E0397-5662-4F37-A142-D9242B9A403E}" type="parTrans" cxnId="{24EA2F3B-671D-4E1C-91B3-498BDA151857}">
      <dgm:prSet/>
      <dgm:spPr/>
      <dgm:t>
        <a:bodyPr/>
        <a:lstStyle/>
        <a:p>
          <a:endParaRPr lang="en-US"/>
        </a:p>
      </dgm:t>
    </dgm:pt>
    <dgm:pt modelId="{34C75E49-1D17-4F2C-9B27-655B98D17300}" type="sibTrans" cxnId="{24EA2F3B-671D-4E1C-91B3-498BDA151857}">
      <dgm:prSet/>
      <dgm:spPr/>
      <dgm:t>
        <a:bodyPr/>
        <a:lstStyle/>
        <a:p>
          <a:endParaRPr lang="en-US"/>
        </a:p>
      </dgm:t>
    </dgm:pt>
    <dgm:pt modelId="{8C0006EB-F177-4484-A828-9F910EA2E35A}">
      <dgm:prSet/>
      <dgm:spPr/>
      <dgm:t>
        <a:bodyPr/>
        <a:lstStyle/>
        <a:p>
          <a:r>
            <a:rPr lang="fr-FR" b="1"/>
            <a:t>Objectif</a:t>
          </a:r>
          <a:endParaRPr lang="en-US"/>
        </a:p>
      </dgm:t>
    </dgm:pt>
    <dgm:pt modelId="{CD4871E4-7E87-47FA-BB39-9A1840866362}" type="parTrans" cxnId="{C7C8594E-C83F-42E5-961B-FDAE1F586364}">
      <dgm:prSet/>
      <dgm:spPr/>
      <dgm:t>
        <a:bodyPr/>
        <a:lstStyle/>
        <a:p>
          <a:endParaRPr lang="en-US"/>
        </a:p>
      </dgm:t>
    </dgm:pt>
    <dgm:pt modelId="{E714CCDC-1409-4605-BE5C-A709C51B45D4}" type="sibTrans" cxnId="{C7C8594E-C83F-42E5-961B-FDAE1F586364}">
      <dgm:prSet/>
      <dgm:spPr/>
      <dgm:t>
        <a:bodyPr/>
        <a:lstStyle/>
        <a:p>
          <a:endParaRPr lang="en-US"/>
        </a:p>
      </dgm:t>
    </dgm:pt>
    <dgm:pt modelId="{27CFE6CF-FDB4-4CBB-971E-15BE559FD3A6}">
      <dgm:prSet/>
      <dgm:spPr/>
      <dgm:t>
        <a:bodyPr/>
        <a:lstStyle/>
        <a:p>
          <a:r>
            <a:rPr lang="fr-FR" dirty="0"/>
            <a:t>Étudier l’influence de la géométrie réelle</a:t>
          </a:r>
          <a:endParaRPr lang="en-US" dirty="0"/>
        </a:p>
      </dgm:t>
    </dgm:pt>
    <dgm:pt modelId="{DEC7D736-0D3B-4865-8B69-0EC3E480C3AC}" type="parTrans" cxnId="{6448421E-BDB5-49F1-99C5-AC8D24484120}">
      <dgm:prSet/>
      <dgm:spPr/>
      <dgm:t>
        <a:bodyPr/>
        <a:lstStyle/>
        <a:p>
          <a:endParaRPr lang="en-US"/>
        </a:p>
      </dgm:t>
    </dgm:pt>
    <dgm:pt modelId="{5927B5AB-30A8-45EE-9838-4551CF0E604A}" type="sibTrans" cxnId="{6448421E-BDB5-49F1-99C5-AC8D24484120}">
      <dgm:prSet/>
      <dgm:spPr/>
      <dgm:t>
        <a:bodyPr/>
        <a:lstStyle/>
        <a:p>
          <a:endParaRPr lang="en-US"/>
        </a:p>
      </dgm:t>
    </dgm:pt>
    <dgm:pt modelId="{D4EFAD46-DDF1-4B5D-A070-C56E7FA2CB6B}">
      <dgm:prSet/>
      <dgm:spPr/>
      <dgm:t>
        <a:bodyPr/>
        <a:lstStyle/>
        <a:p>
          <a:r>
            <a:rPr lang="fr-FR" dirty="0"/>
            <a:t>Analyser l’effet des discontinuités géométriques</a:t>
          </a:r>
          <a:endParaRPr lang="en-US" dirty="0"/>
        </a:p>
      </dgm:t>
    </dgm:pt>
    <dgm:pt modelId="{D410810A-2F47-4DE2-9D77-6E26ED4AEC56}" type="parTrans" cxnId="{4DE085E6-ACFF-4674-8651-BC51BB36AA3E}">
      <dgm:prSet/>
      <dgm:spPr/>
      <dgm:t>
        <a:bodyPr/>
        <a:lstStyle/>
        <a:p>
          <a:endParaRPr lang="en-US"/>
        </a:p>
      </dgm:t>
    </dgm:pt>
    <dgm:pt modelId="{599085FB-8CBA-4E29-B292-F2FC2F6EF280}" type="sibTrans" cxnId="{4DE085E6-ACFF-4674-8651-BC51BB36AA3E}">
      <dgm:prSet/>
      <dgm:spPr/>
      <dgm:t>
        <a:bodyPr/>
        <a:lstStyle/>
        <a:p>
          <a:endParaRPr lang="en-US"/>
        </a:p>
      </dgm:t>
    </dgm:pt>
    <dgm:pt modelId="{15D5409B-63BF-4F87-9F23-4C91EE2C5BF9}" type="pres">
      <dgm:prSet presAssocID="{C2E707CA-1159-4526-BA33-C877DB3B9792}" presName="linear" presStyleCnt="0">
        <dgm:presLayoutVars>
          <dgm:animLvl val="lvl"/>
          <dgm:resizeHandles val="exact"/>
        </dgm:presLayoutVars>
      </dgm:prSet>
      <dgm:spPr/>
    </dgm:pt>
    <dgm:pt modelId="{786E89E3-6A38-4E90-8E87-D2085FDC622E}" type="pres">
      <dgm:prSet presAssocID="{4297808C-5BDB-4BB8-BAC8-8446CDDFEAB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71CB8BF-ECB4-4093-A82A-A15065AF1C70}" type="pres">
      <dgm:prSet presAssocID="{4297808C-5BDB-4BB8-BAC8-8446CDDFEAB8}" presName="childText" presStyleLbl="revTx" presStyleIdx="0" presStyleCnt="3">
        <dgm:presLayoutVars>
          <dgm:bulletEnabled val="1"/>
        </dgm:presLayoutVars>
      </dgm:prSet>
      <dgm:spPr/>
    </dgm:pt>
    <dgm:pt modelId="{67673332-01C8-45BC-B777-47A7168756BB}" type="pres">
      <dgm:prSet presAssocID="{279990A5-9C2C-4AD7-A8C1-A0256D409FC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7550BE24-27DC-46A1-80AF-D589FEA1BB04}" type="pres">
      <dgm:prSet presAssocID="{279990A5-9C2C-4AD7-A8C1-A0256D409FCD}" presName="childText" presStyleLbl="revTx" presStyleIdx="1" presStyleCnt="3">
        <dgm:presLayoutVars>
          <dgm:bulletEnabled val="1"/>
        </dgm:presLayoutVars>
      </dgm:prSet>
      <dgm:spPr/>
    </dgm:pt>
    <dgm:pt modelId="{915E9AFF-F8BB-4709-83DC-0FE94813F857}" type="pres">
      <dgm:prSet presAssocID="{8C0006EB-F177-4484-A828-9F910EA2E35A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A370FED6-D8FF-4F70-86D2-FB19362F66AC}" type="pres">
      <dgm:prSet presAssocID="{8C0006EB-F177-4484-A828-9F910EA2E35A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1EBC5415-BEA8-4365-8F10-0A24F5975164}" type="presOf" srcId="{27CFE6CF-FDB4-4CBB-971E-15BE559FD3A6}" destId="{A370FED6-D8FF-4F70-86D2-FB19362F66AC}" srcOrd="0" destOrd="0" presId="urn:microsoft.com/office/officeart/2005/8/layout/vList2"/>
    <dgm:cxn modelId="{6448421E-BDB5-49F1-99C5-AC8D24484120}" srcId="{8C0006EB-F177-4484-A828-9F910EA2E35A}" destId="{27CFE6CF-FDB4-4CBB-971E-15BE559FD3A6}" srcOrd="0" destOrd="0" parTransId="{DEC7D736-0D3B-4865-8B69-0EC3E480C3AC}" sibTransId="{5927B5AB-30A8-45EE-9838-4551CF0E604A}"/>
    <dgm:cxn modelId="{450A2336-C4AD-4BAB-BB66-B7CD557927D7}" type="presOf" srcId="{F9DF4820-D76D-474A-A431-7D454386E329}" destId="{7550BE24-27DC-46A1-80AF-D589FEA1BB04}" srcOrd="0" destOrd="1" presId="urn:microsoft.com/office/officeart/2005/8/layout/vList2"/>
    <dgm:cxn modelId="{24EA2F3B-671D-4E1C-91B3-498BDA151857}" srcId="{279990A5-9C2C-4AD7-A8C1-A0256D409FCD}" destId="{F9DF4820-D76D-474A-A431-7D454386E329}" srcOrd="1" destOrd="0" parTransId="{D16E0397-5662-4F37-A142-D9242B9A403E}" sibTransId="{34C75E49-1D17-4F2C-9B27-655B98D17300}"/>
    <dgm:cxn modelId="{FCE3A83F-F664-4713-B743-2E1E18D8DA1A}" srcId="{C2E707CA-1159-4526-BA33-C877DB3B9792}" destId="{4297808C-5BDB-4BB8-BAC8-8446CDDFEAB8}" srcOrd="0" destOrd="0" parTransId="{16B0DF36-EC13-4988-BA30-04CA85F09067}" sibTransId="{4E9570FC-A725-4247-9162-93D743A81202}"/>
    <dgm:cxn modelId="{B995346A-3CC8-4448-B356-FFCBE00F5EE3}" type="presOf" srcId="{CD67C2D4-7E74-4B0C-B842-8601A85FD78E}" destId="{7550BE24-27DC-46A1-80AF-D589FEA1BB04}" srcOrd="0" destOrd="0" presId="urn:microsoft.com/office/officeart/2005/8/layout/vList2"/>
    <dgm:cxn modelId="{C7C8594E-C83F-42E5-961B-FDAE1F586364}" srcId="{C2E707CA-1159-4526-BA33-C877DB3B9792}" destId="{8C0006EB-F177-4484-A828-9F910EA2E35A}" srcOrd="2" destOrd="0" parTransId="{CD4871E4-7E87-47FA-BB39-9A1840866362}" sibTransId="{E714CCDC-1409-4605-BE5C-A709C51B45D4}"/>
    <dgm:cxn modelId="{2899894E-CA42-45BA-99DC-C484E1C741C4}" type="presOf" srcId="{4297808C-5BDB-4BB8-BAC8-8446CDDFEAB8}" destId="{786E89E3-6A38-4E90-8E87-D2085FDC622E}" srcOrd="0" destOrd="0" presId="urn:microsoft.com/office/officeart/2005/8/layout/vList2"/>
    <dgm:cxn modelId="{07EB6D74-0F0E-4632-9FDA-F7F47F75A5A0}" srcId="{279990A5-9C2C-4AD7-A8C1-A0256D409FCD}" destId="{CD67C2D4-7E74-4B0C-B842-8601A85FD78E}" srcOrd="0" destOrd="0" parTransId="{DCD66DDC-950A-4B2C-A89D-74FD5DA7A56A}" sibTransId="{6E0FF0C4-831B-4FC9-A7B8-E3876019E5FA}"/>
    <dgm:cxn modelId="{F373C280-0BDA-4738-A2D2-AA0C0B2F05F8}" srcId="{C2E707CA-1159-4526-BA33-C877DB3B9792}" destId="{279990A5-9C2C-4AD7-A8C1-A0256D409FCD}" srcOrd="1" destOrd="0" parTransId="{1BB74BDC-8E9C-4E8D-8E17-20C74415361F}" sibTransId="{789704A0-8311-48BA-B3C5-1F09E6C6FC07}"/>
    <dgm:cxn modelId="{83387D9D-A297-4F3B-92E3-A89ABE888EB6}" type="presOf" srcId="{279990A5-9C2C-4AD7-A8C1-A0256D409FCD}" destId="{67673332-01C8-45BC-B777-47A7168756BB}" srcOrd="0" destOrd="0" presId="urn:microsoft.com/office/officeart/2005/8/layout/vList2"/>
    <dgm:cxn modelId="{EF702DB7-E618-4B83-A40B-F74692DB0A92}" type="presOf" srcId="{8C0006EB-F177-4484-A828-9F910EA2E35A}" destId="{915E9AFF-F8BB-4709-83DC-0FE94813F857}" srcOrd="0" destOrd="0" presId="urn:microsoft.com/office/officeart/2005/8/layout/vList2"/>
    <dgm:cxn modelId="{5BB923C5-3626-45D9-BEA5-56E0557DF932}" srcId="{4297808C-5BDB-4BB8-BAC8-8446CDDFEAB8}" destId="{A5638002-035E-46A0-B0D1-73D75489B354}" srcOrd="0" destOrd="0" parTransId="{A6A6561B-7B65-44D0-96C9-2F454E4A1359}" sibTransId="{57A02EC8-095C-4058-B898-4D4829FD104E}"/>
    <dgm:cxn modelId="{FBA9D6C9-5C53-4A1C-8C83-58CB1BFF5092}" type="presOf" srcId="{A5638002-035E-46A0-B0D1-73D75489B354}" destId="{471CB8BF-ECB4-4093-A82A-A15065AF1C70}" srcOrd="0" destOrd="0" presId="urn:microsoft.com/office/officeart/2005/8/layout/vList2"/>
    <dgm:cxn modelId="{578B7DDC-B350-41AF-B68B-066BF9C8D1C6}" type="presOf" srcId="{D4EFAD46-DDF1-4B5D-A070-C56E7FA2CB6B}" destId="{A370FED6-D8FF-4F70-86D2-FB19362F66AC}" srcOrd="0" destOrd="1" presId="urn:microsoft.com/office/officeart/2005/8/layout/vList2"/>
    <dgm:cxn modelId="{4DE085E6-ACFF-4674-8651-BC51BB36AA3E}" srcId="{8C0006EB-F177-4484-A828-9F910EA2E35A}" destId="{D4EFAD46-DDF1-4B5D-A070-C56E7FA2CB6B}" srcOrd="1" destOrd="0" parTransId="{D410810A-2F47-4DE2-9D77-6E26ED4AEC56}" sibTransId="{599085FB-8CBA-4E29-B292-F2FC2F6EF280}"/>
    <dgm:cxn modelId="{2F6916E8-CD5D-4443-8898-9C45302BCAB1}" type="presOf" srcId="{B4C8D804-D1B5-4BDB-A214-649D6900AB5A}" destId="{471CB8BF-ECB4-4093-A82A-A15065AF1C70}" srcOrd="0" destOrd="1" presId="urn:microsoft.com/office/officeart/2005/8/layout/vList2"/>
    <dgm:cxn modelId="{BC9376ED-756D-4974-8102-1AC5DFCF7C7D}" srcId="{4297808C-5BDB-4BB8-BAC8-8446CDDFEAB8}" destId="{B4C8D804-D1B5-4BDB-A214-649D6900AB5A}" srcOrd="1" destOrd="0" parTransId="{C621E0DA-014A-4EFF-87FF-5F60D9C80236}" sibTransId="{B8356443-1ABB-4BA4-80A6-AF5E3E05653A}"/>
    <dgm:cxn modelId="{78CF0FF4-C864-44F6-9C2D-0FBF47EC688A}" type="presOf" srcId="{C2E707CA-1159-4526-BA33-C877DB3B9792}" destId="{15D5409B-63BF-4F87-9F23-4C91EE2C5BF9}" srcOrd="0" destOrd="0" presId="urn:microsoft.com/office/officeart/2005/8/layout/vList2"/>
    <dgm:cxn modelId="{BA29914F-7017-4D91-AC3E-E633B569EF39}" type="presParOf" srcId="{15D5409B-63BF-4F87-9F23-4C91EE2C5BF9}" destId="{786E89E3-6A38-4E90-8E87-D2085FDC622E}" srcOrd="0" destOrd="0" presId="urn:microsoft.com/office/officeart/2005/8/layout/vList2"/>
    <dgm:cxn modelId="{13117C52-1381-4841-ABE4-9E89437FE670}" type="presParOf" srcId="{15D5409B-63BF-4F87-9F23-4C91EE2C5BF9}" destId="{471CB8BF-ECB4-4093-A82A-A15065AF1C70}" srcOrd="1" destOrd="0" presId="urn:microsoft.com/office/officeart/2005/8/layout/vList2"/>
    <dgm:cxn modelId="{8F4F4635-1C1A-4E59-BEB3-C71A8AEA0474}" type="presParOf" srcId="{15D5409B-63BF-4F87-9F23-4C91EE2C5BF9}" destId="{67673332-01C8-45BC-B777-47A7168756BB}" srcOrd="2" destOrd="0" presId="urn:microsoft.com/office/officeart/2005/8/layout/vList2"/>
    <dgm:cxn modelId="{A169438A-1A7C-4EE8-A237-4FA0749D5223}" type="presParOf" srcId="{15D5409B-63BF-4F87-9F23-4C91EE2C5BF9}" destId="{7550BE24-27DC-46A1-80AF-D589FEA1BB04}" srcOrd="3" destOrd="0" presId="urn:microsoft.com/office/officeart/2005/8/layout/vList2"/>
    <dgm:cxn modelId="{123BC3FC-7E48-4C6A-8C2F-08C7E1EE5176}" type="presParOf" srcId="{15D5409B-63BF-4F87-9F23-4C91EE2C5BF9}" destId="{915E9AFF-F8BB-4709-83DC-0FE94813F857}" srcOrd="4" destOrd="0" presId="urn:microsoft.com/office/officeart/2005/8/layout/vList2"/>
    <dgm:cxn modelId="{8470B18E-AEFB-4EEE-A73B-295125E3DC31}" type="presParOf" srcId="{15D5409B-63BF-4F87-9F23-4C91EE2C5BF9}" destId="{A370FED6-D8FF-4F70-86D2-FB19362F66AC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F72DF4A8-BE21-4148-B17B-DF54973D4F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51399B-85A3-4F03-844C-AFFBDFAC29D3}">
      <dgm:prSet/>
      <dgm:spPr/>
      <dgm:t>
        <a:bodyPr/>
        <a:lstStyle/>
        <a:p>
          <a:r>
            <a:rPr lang="en-US" b="1"/>
            <a:t>Modification de la géométrie</a:t>
          </a:r>
          <a:endParaRPr lang="en-US"/>
        </a:p>
      </dgm:t>
    </dgm:pt>
    <dgm:pt modelId="{7A5AAB08-332E-4F0F-8D43-EF2127E2FB9C}" type="parTrans" cxnId="{29007AC7-60CC-4400-80C1-04515E787DB8}">
      <dgm:prSet/>
      <dgm:spPr/>
      <dgm:t>
        <a:bodyPr/>
        <a:lstStyle/>
        <a:p>
          <a:endParaRPr lang="en-US"/>
        </a:p>
      </dgm:t>
    </dgm:pt>
    <dgm:pt modelId="{7C6C3409-DE2F-4E77-8D51-5D05B8317C2C}" type="sibTrans" cxnId="{29007AC7-60CC-4400-80C1-04515E787DB8}">
      <dgm:prSet/>
      <dgm:spPr/>
      <dgm:t>
        <a:bodyPr/>
        <a:lstStyle/>
        <a:p>
          <a:endParaRPr lang="en-US"/>
        </a:p>
      </dgm:t>
    </dgm:pt>
    <dgm:pt modelId="{6C8A054B-8B58-418A-A232-D0A66B218BEF}">
      <dgm:prSet/>
      <dgm:spPr/>
      <dgm:t>
        <a:bodyPr/>
        <a:lstStyle/>
        <a:p>
          <a:r>
            <a:rPr lang="en-US" dirty="0" err="1"/>
            <a:t>Remplacement</a:t>
          </a:r>
          <a:r>
            <a:rPr lang="en-US" dirty="0"/>
            <a:t> des </a:t>
          </a:r>
          <a:r>
            <a:rPr lang="en-US" b="1" dirty="0"/>
            <a:t>arêtes vives</a:t>
          </a:r>
          <a:r>
            <a:rPr lang="en-US" dirty="0"/>
            <a:t> par des </a:t>
          </a:r>
          <a:r>
            <a:rPr lang="en-US" b="1" dirty="0"/>
            <a:t>rayons de </a:t>
          </a:r>
          <a:r>
            <a:rPr lang="en-US" b="1" dirty="0" err="1"/>
            <a:t>raccordement</a:t>
          </a:r>
          <a:endParaRPr lang="en-US" dirty="0"/>
        </a:p>
      </dgm:t>
    </dgm:pt>
    <dgm:pt modelId="{304B1DEE-0548-48CB-9D45-88BCC2D90D96}" type="parTrans" cxnId="{A2C618DD-F6D4-48F0-94E6-D6F50FEB5650}">
      <dgm:prSet/>
      <dgm:spPr/>
      <dgm:t>
        <a:bodyPr/>
        <a:lstStyle/>
        <a:p>
          <a:endParaRPr lang="en-US"/>
        </a:p>
      </dgm:t>
    </dgm:pt>
    <dgm:pt modelId="{1CC840D5-2971-4813-B658-D954983A04F8}" type="sibTrans" cxnId="{A2C618DD-F6D4-48F0-94E6-D6F50FEB5650}">
      <dgm:prSet/>
      <dgm:spPr/>
      <dgm:t>
        <a:bodyPr/>
        <a:lstStyle/>
        <a:p>
          <a:endParaRPr lang="en-US"/>
        </a:p>
      </dgm:t>
    </dgm:pt>
    <dgm:pt modelId="{94EB1A2E-8F17-4F2D-8062-58C366983167}">
      <dgm:prSet/>
      <dgm:spPr/>
      <dgm:t>
        <a:bodyPr/>
        <a:lstStyle/>
        <a:p>
          <a:r>
            <a:rPr lang="en-US" dirty="0"/>
            <a:t>Deux configurations </a:t>
          </a:r>
          <a:r>
            <a:rPr lang="en-US" dirty="0" err="1"/>
            <a:t>étudiées</a:t>
          </a:r>
          <a:r>
            <a:rPr lang="en-US" dirty="0"/>
            <a:t> :</a:t>
          </a:r>
        </a:p>
      </dgm:t>
    </dgm:pt>
    <dgm:pt modelId="{F6F0E762-2C74-4D4B-8C71-FFA23B91D975}" type="parTrans" cxnId="{FA070FC8-D54B-48CC-B244-1577A7677047}">
      <dgm:prSet/>
      <dgm:spPr/>
      <dgm:t>
        <a:bodyPr/>
        <a:lstStyle/>
        <a:p>
          <a:endParaRPr lang="en-US"/>
        </a:p>
      </dgm:t>
    </dgm:pt>
    <dgm:pt modelId="{03C7E053-1483-485D-A058-1AB2A85C0135}" type="sibTrans" cxnId="{FA070FC8-D54B-48CC-B244-1577A7677047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82D3A0C0-CE68-4CBA-9541-94D7823F2D5E}">
          <dgm:prSet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ar-EG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i="1"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 lang="ar-EG" i="1">
                          <a:latin typeface="Cambria Math" panose="02040503050406030204" pitchFamily="18" charset="0"/>
                        </a:rPr>
                        <m:t>𝐴</m:t>
                      </m:r>
                    </m:sub>
                  </m:sSub>
                  <m:r>
                    <a:rPr lang="ar-EG">
                      <a:latin typeface="Cambria Math" panose="02040503050406030204" pitchFamily="18" charset="0"/>
                    </a:rPr>
                    <m:t>=</m:t>
                  </m:r>
                  <m:sSub>
                    <m:sSubPr>
                      <m:ctrlPr>
                        <a:rPr lang="ar-EG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i="1"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 lang="ar-EG" i="1">
                          <a:latin typeface="Cambria Math" panose="02040503050406030204" pitchFamily="18" charset="0"/>
                        </a:rPr>
                        <m:t>𝐵</m:t>
                      </m:r>
                    </m:sub>
                  </m:sSub>
                  <m:r>
                    <a:rPr lang="ar-EG">
                      <a:latin typeface="Cambria Math" panose="02040503050406030204" pitchFamily="18" charset="0"/>
                    </a:rPr>
                    <m:t>=</m:t>
                  </m:r>
                  <m:r>
                    <a:rPr lang="ar-EG">
                      <a:latin typeface="Cambria Math" panose="02040503050406030204" pitchFamily="18" charset="0"/>
                    </a:rPr>
                    <m:t>0</m:t>
                  </m:r>
                  <m:r>
                    <a:rPr lang="ar-EG">
                      <a:latin typeface="Cambria Math" panose="02040503050406030204" pitchFamily="18" charset="0"/>
                    </a:rPr>
                    <m:t>,</m:t>
                  </m:r>
                  <m:r>
                    <a:rPr lang="ar-EG">
                      <a:latin typeface="Cambria Math" panose="02040503050406030204" pitchFamily="18" charset="0"/>
                    </a:rPr>
                    <m:t>2</m:t>
                  </m:r>
                  <m:r>
                    <m:rPr>
                      <m:nor/>
                    </m:rPr>
                    <a:rPr lang="ar-EG" i="1"/>
                    <m:t> </m:t>
                  </m:r>
                  <m:r>
                    <m:rPr>
                      <m:nor/>
                    </m:rPr>
                    <a:rPr lang="en-US" i="1"/>
                    <m:t>m</m:t>
                  </m:r>
                </m:oMath>
              </a14:m>
              <a:r>
                <a:rPr lang="en-US" dirty="0"/>
                <a:t> (figure 29, </a:t>
              </a:r>
              <a:r>
                <a:rPr lang="en-US" dirty="0" err="1"/>
                <a:t>modèle</a:t>
              </a:r>
              <a:r>
                <a:rPr lang="en-US" dirty="0"/>
                <a:t> 3A) </a:t>
              </a:r>
            </a:p>
          </dgm:t>
        </dgm:pt>
      </mc:Choice>
      <mc:Fallback xmlns="">
        <dgm:pt modelId="{82D3A0C0-CE68-4CBA-9541-94D7823F2D5E}">
          <dgm:prSet/>
          <dgm:spPr/>
          <dgm:t>
            <a:bodyPr/>
            <a:lstStyle/>
            <a:p>
              <a:r>
                <a:rPr lang="ar-EG" i="0"/>
                <a:t>𝑅_𝐴=𝑅_𝐵=0,2</a:t>
              </a:r>
              <a:r>
                <a:rPr lang="ar-EG" i="0">
                  <a:latin typeface="Cambria Math" panose="02040503050406030204" pitchFamily="18" charset="0"/>
                </a:rPr>
                <a:t>" </a:t>
              </a:r>
              <a:r>
                <a:rPr lang="en-US" i="0">
                  <a:latin typeface="Cambria Math" panose="02040503050406030204" pitchFamily="18" charset="0"/>
                </a:rPr>
                <a:t>m</a:t>
              </a:r>
              <a:r>
                <a:rPr lang="en-US" i="0"/>
                <a:t>"</a:t>
              </a:r>
              <a:r>
                <a:rPr lang="en-US" dirty="0"/>
                <a:t> (figure 29, </a:t>
              </a:r>
              <a:r>
                <a:rPr lang="en-US" dirty="0" err="1"/>
                <a:t>modèle</a:t>
              </a:r>
              <a:r>
                <a:rPr lang="en-US" dirty="0"/>
                <a:t> 3A) </a:t>
              </a:r>
            </a:p>
          </dgm:t>
        </dgm:pt>
      </mc:Fallback>
    </mc:AlternateContent>
    <dgm:pt modelId="{9DE81C60-C03E-4CF6-B9AD-DF76421228BA}" type="parTrans" cxnId="{8A5FF9E8-0A2A-4EB1-AC24-BDDEB33CF9DD}">
      <dgm:prSet/>
      <dgm:spPr/>
      <dgm:t>
        <a:bodyPr/>
        <a:lstStyle/>
        <a:p>
          <a:endParaRPr lang="en-US"/>
        </a:p>
      </dgm:t>
    </dgm:pt>
    <dgm:pt modelId="{6DD67903-4339-4B78-9F37-95F2E8D3047B}" type="sibTrans" cxnId="{8A5FF9E8-0A2A-4EB1-AC24-BDDEB33CF9DD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28F7ACB5-933F-4804-81BB-B97BF4469A37}">
          <dgm:prSet/>
          <dgm:spPr/>
          <dgm:t>
            <a:bodyPr/>
            <a:lstStyle/>
            <a:p>
              <a14:m>
                <m:oMath xmlns:m="http://schemas.openxmlformats.org/officeDocument/2006/math">
                  <m:sSub>
                    <m:sSubPr>
                      <m:ctrlPr>
                        <a:rPr lang="ar-EG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i="1"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 lang="ar-EG" i="1">
                          <a:latin typeface="Cambria Math" panose="02040503050406030204" pitchFamily="18" charset="0"/>
                        </a:rPr>
                        <m:t>𝐴</m:t>
                      </m:r>
                    </m:sub>
                  </m:sSub>
                  <m:r>
                    <a:rPr lang="ar-EG">
                      <a:latin typeface="Cambria Math" panose="02040503050406030204" pitchFamily="18" charset="0"/>
                    </a:rPr>
                    <m:t>=</m:t>
                  </m:r>
                  <m:r>
                    <a:rPr lang="ar-EG">
                      <a:latin typeface="Cambria Math" panose="02040503050406030204" pitchFamily="18" charset="0"/>
                    </a:rPr>
                    <m:t>3</m:t>
                  </m:r>
                  <m:r>
                    <m:rPr>
                      <m:nor/>
                    </m:rPr>
                    <a:rPr lang="ar-EG" i="1"/>
                    <m:t> </m:t>
                  </m:r>
                  <m:r>
                    <m:rPr>
                      <m:nor/>
                    </m:rPr>
                    <a:rPr lang="en-US" i="1"/>
                    <m:t>m</m:t>
                  </m:r>
                </m:oMath>
              </a14:m>
              <a:r>
                <a:rPr lang="en-US" dirty="0"/>
                <a:t>, </a:t>
              </a:r>
              <a14:m>
                <m:oMath xmlns:m="http://schemas.openxmlformats.org/officeDocument/2006/math">
                  <m:sSub>
                    <m:sSubPr>
                      <m:ctrlPr>
                        <a:rPr lang="ar-EG" i="1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i="1">
                          <a:latin typeface="Cambria Math" panose="02040503050406030204" pitchFamily="18" charset="0"/>
                        </a:rPr>
                        <m:t>𝑅</m:t>
                      </m:r>
                    </m:e>
                    <m:sub>
                      <m:r>
                        <a:rPr lang="ar-EG" i="1">
                          <a:latin typeface="Cambria Math" panose="02040503050406030204" pitchFamily="18" charset="0"/>
                        </a:rPr>
                        <m:t>𝐵</m:t>
                      </m:r>
                    </m:sub>
                  </m:sSub>
                  <m:r>
                    <a:rPr lang="ar-EG">
                      <a:latin typeface="Cambria Math" panose="02040503050406030204" pitchFamily="18" charset="0"/>
                    </a:rPr>
                    <m:t>=</m:t>
                  </m:r>
                  <m:r>
                    <a:rPr lang="ar-EG">
                      <a:latin typeface="Cambria Math" panose="02040503050406030204" pitchFamily="18" charset="0"/>
                    </a:rPr>
                    <m:t>0</m:t>
                  </m:r>
                  <m:r>
                    <a:rPr lang="ar-EG">
                      <a:latin typeface="Cambria Math" panose="02040503050406030204" pitchFamily="18" charset="0"/>
                    </a:rPr>
                    <m:t>,</m:t>
                  </m:r>
                  <m:r>
                    <a:rPr lang="ar-EG">
                      <a:latin typeface="Cambria Math" panose="02040503050406030204" pitchFamily="18" charset="0"/>
                    </a:rPr>
                    <m:t>3</m:t>
                  </m:r>
                  <m:r>
                    <m:rPr>
                      <m:nor/>
                    </m:rPr>
                    <a:rPr lang="ar-EG" i="1"/>
                    <m:t> </m:t>
                  </m:r>
                  <m:r>
                    <m:rPr>
                      <m:nor/>
                    </m:rPr>
                    <a:rPr lang="en-US" i="1"/>
                    <m:t>m</m:t>
                  </m:r>
                </m:oMath>
              </a14:m>
              <a:r>
                <a:rPr lang="en-US" dirty="0"/>
                <a:t> (figure 30, </a:t>
              </a:r>
              <a:r>
                <a:rPr lang="en-US" dirty="0" err="1"/>
                <a:t>modèle</a:t>
              </a:r>
              <a:r>
                <a:rPr lang="en-US" dirty="0"/>
                <a:t> 3b)</a:t>
              </a:r>
            </a:p>
          </dgm:t>
        </dgm:pt>
      </mc:Choice>
      <mc:Fallback xmlns="">
        <dgm:pt modelId="{28F7ACB5-933F-4804-81BB-B97BF4469A37}">
          <dgm:prSet/>
          <dgm:spPr/>
          <dgm:t>
            <a:bodyPr/>
            <a:lstStyle/>
            <a:p>
              <a:r>
                <a:rPr lang="ar-EG" i="0"/>
                <a:t>𝑅_𝐴=3</a:t>
              </a:r>
              <a:r>
                <a:rPr lang="ar-EG" i="0">
                  <a:latin typeface="Cambria Math" panose="02040503050406030204" pitchFamily="18" charset="0"/>
                </a:rPr>
                <a:t>" </a:t>
              </a:r>
              <a:r>
                <a:rPr lang="en-US" i="0">
                  <a:latin typeface="Cambria Math" panose="02040503050406030204" pitchFamily="18" charset="0"/>
                </a:rPr>
                <a:t>m</a:t>
              </a:r>
              <a:r>
                <a:rPr lang="en-US" i="0"/>
                <a:t>"</a:t>
              </a:r>
              <a:r>
                <a:rPr lang="en-US" dirty="0"/>
                <a:t>, </a:t>
              </a:r>
              <a:r>
                <a:rPr lang="ar-EG" i="0"/>
                <a:t>𝑅_𝐵=0,3</a:t>
              </a:r>
              <a:r>
                <a:rPr lang="ar-EG" i="0">
                  <a:latin typeface="Cambria Math" panose="02040503050406030204" pitchFamily="18" charset="0"/>
                </a:rPr>
                <a:t>" </a:t>
              </a:r>
              <a:r>
                <a:rPr lang="en-US" i="0">
                  <a:latin typeface="Cambria Math" panose="02040503050406030204" pitchFamily="18" charset="0"/>
                </a:rPr>
                <a:t>m</a:t>
              </a:r>
              <a:r>
                <a:rPr lang="en-US" i="0"/>
                <a:t>"</a:t>
              </a:r>
              <a:r>
                <a:rPr lang="en-US" dirty="0"/>
                <a:t> (figure 30, </a:t>
              </a:r>
              <a:r>
                <a:rPr lang="en-US" dirty="0" err="1"/>
                <a:t>modèle</a:t>
              </a:r>
              <a:r>
                <a:rPr lang="en-US" dirty="0"/>
                <a:t> 3b)</a:t>
              </a:r>
            </a:p>
          </dgm:t>
        </dgm:pt>
      </mc:Fallback>
    </mc:AlternateContent>
    <dgm:pt modelId="{ADF96010-C9CA-4937-AF44-552B33345949}" type="parTrans" cxnId="{E6F06704-2156-457B-95C4-118FA8CE4F1E}">
      <dgm:prSet/>
      <dgm:spPr/>
      <dgm:t>
        <a:bodyPr/>
        <a:lstStyle/>
        <a:p>
          <a:endParaRPr lang="en-US"/>
        </a:p>
      </dgm:t>
    </dgm:pt>
    <dgm:pt modelId="{37F14708-512F-4DEA-A8C8-4A2A3EE97FD2}" type="sibTrans" cxnId="{E6F06704-2156-457B-95C4-118FA8CE4F1E}">
      <dgm:prSet/>
      <dgm:spPr/>
      <dgm:t>
        <a:bodyPr/>
        <a:lstStyle/>
        <a:p>
          <a:endParaRPr lang="en-US"/>
        </a:p>
      </dgm:t>
    </dgm:pt>
    <dgm:pt modelId="{A402F079-CED3-4D95-A678-C634E6ADDB75}">
      <dgm:prSet/>
      <dgm:spPr/>
      <dgm:t>
        <a:bodyPr/>
        <a:lstStyle/>
        <a:p>
          <a:r>
            <a:rPr lang="en-US" b="1" dirty="0"/>
            <a:t>Objectif</a:t>
          </a:r>
          <a:endParaRPr lang="en-US" dirty="0"/>
        </a:p>
      </dgm:t>
    </dgm:pt>
    <dgm:pt modelId="{121F5A3A-BF6C-487A-A536-048AD72AA2E1}" type="parTrans" cxnId="{92D40990-CBBD-4ECC-8335-9950FED4B797}">
      <dgm:prSet/>
      <dgm:spPr/>
      <dgm:t>
        <a:bodyPr/>
        <a:lstStyle/>
        <a:p>
          <a:endParaRPr lang="en-US"/>
        </a:p>
      </dgm:t>
    </dgm:pt>
    <dgm:pt modelId="{736F10F0-9834-4BB1-B455-7E11B4122314}" type="sibTrans" cxnId="{92D40990-CBBD-4ECC-8335-9950FED4B797}">
      <dgm:prSet/>
      <dgm:spPr/>
      <dgm:t>
        <a:bodyPr/>
        <a:lstStyle/>
        <a:p>
          <a:endParaRPr lang="en-US"/>
        </a:p>
      </dgm:t>
    </dgm:pt>
    <dgm:pt modelId="{2AA90666-9FDD-4D38-A9E0-C4AA1BACF790}">
      <dgm:prSet/>
      <dgm:spPr/>
      <dgm:t>
        <a:bodyPr/>
        <a:lstStyle/>
        <a:p>
          <a:r>
            <a:rPr lang="en-US" dirty="0" err="1"/>
            <a:t>Réduire</a:t>
          </a:r>
          <a:r>
            <a:rPr lang="en-US" dirty="0"/>
            <a:t> les concentrations de </a:t>
          </a:r>
          <a:r>
            <a:rPr lang="en-US" dirty="0" err="1"/>
            <a:t>contraintes</a:t>
          </a:r>
          <a:endParaRPr lang="en-US" dirty="0"/>
        </a:p>
      </dgm:t>
    </dgm:pt>
    <dgm:pt modelId="{1D3197F8-565A-482D-BF7E-282A0AAA32ED}" type="parTrans" cxnId="{9834494B-6F02-4100-AC5A-639FA2C43A99}">
      <dgm:prSet/>
      <dgm:spPr/>
      <dgm:t>
        <a:bodyPr/>
        <a:lstStyle/>
        <a:p>
          <a:endParaRPr lang="en-US"/>
        </a:p>
      </dgm:t>
    </dgm:pt>
    <dgm:pt modelId="{FF9D4C2A-4CB1-482D-BF65-D9C74814B69F}" type="sibTrans" cxnId="{9834494B-6F02-4100-AC5A-639FA2C43A99}">
      <dgm:prSet/>
      <dgm:spPr/>
      <dgm:t>
        <a:bodyPr/>
        <a:lstStyle/>
        <a:p>
          <a:endParaRPr lang="en-US"/>
        </a:p>
      </dgm:t>
    </dgm:pt>
    <dgm:pt modelId="{482BA34E-0029-45F6-AD94-D032F43EA3CE}">
      <dgm:prSet/>
      <dgm:spPr/>
      <dgm:t>
        <a:bodyPr/>
        <a:lstStyle/>
        <a:p>
          <a:r>
            <a:rPr lang="en-US" dirty="0" err="1"/>
            <a:t>Améliorer</a:t>
          </a:r>
          <a:r>
            <a:rPr lang="en-US" dirty="0"/>
            <a:t> la </a:t>
          </a:r>
          <a:r>
            <a:rPr lang="en-US" dirty="0" err="1"/>
            <a:t>stabilité</a:t>
          </a:r>
          <a:r>
            <a:rPr lang="en-US" dirty="0"/>
            <a:t> au </a:t>
          </a:r>
          <a:r>
            <a:rPr lang="en-US" dirty="0" err="1"/>
            <a:t>flambement</a:t>
          </a:r>
          <a:endParaRPr lang="en-US" dirty="0"/>
        </a:p>
      </dgm:t>
    </dgm:pt>
    <dgm:pt modelId="{F58307A4-0B77-4E8B-B17F-2A23EE670D2B}" type="parTrans" cxnId="{29C9FC61-58B6-4C5D-862C-D55B4AD02D81}">
      <dgm:prSet/>
      <dgm:spPr/>
      <dgm:t>
        <a:bodyPr/>
        <a:lstStyle/>
        <a:p>
          <a:endParaRPr lang="en-US"/>
        </a:p>
      </dgm:t>
    </dgm:pt>
    <dgm:pt modelId="{B12EEB0C-6F70-4729-A66D-E11A4D246A57}" type="sibTrans" cxnId="{29C9FC61-58B6-4C5D-862C-D55B4AD02D81}">
      <dgm:prSet/>
      <dgm:spPr/>
      <dgm:t>
        <a:bodyPr/>
        <a:lstStyle/>
        <a:p>
          <a:endParaRPr lang="en-US"/>
        </a:p>
      </dgm:t>
    </dgm:pt>
    <dgm:pt modelId="{949338B9-5F0F-4FC4-87A2-3F8AF5F023CA}">
      <dgm:prSet/>
      <dgm:spPr/>
      <dgm:t>
        <a:bodyPr/>
        <a:lstStyle/>
        <a:p>
          <a:r>
            <a:rPr lang="en-US" b="1" dirty="0" err="1"/>
            <a:t>Hypothèses</a:t>
          </a:r>
          <a:endParaRPr lang="en-US" dirty="0"/>
        </a:p>
      </dgm:t>
    </dgm:pt>
    <dgm:pt modelId="{297B4609-CA2A-47AB-A1D3-268BBD40727C}" type="parTrans" cxnId="{57789AF4-CEDD-4FA0-A481-524B35E33C2C}">
      <dgm:prSet/>
      <dgm:spPr/>
      <dgm:t>
        <a:bodyPr/>
        <a:lstStyle/>
        <a:p>
          <a:endParaRPr lang="en-US"/>
        </a:p>
      </dgm:t>
    </dgm:pt>
    <dgm:pt modelId="{9C70D5C0-0CD7-4B1C-8E8C-2F6F86F20151}" type="sibTrans" cxnId="{57789AF4-CEDD-4FA0-A481-524B35E33C2C}">
      <dgm:prSet/>
      <dgm:spPr/>
      <dgm:t>
        <a:bodyPr/>
        <a:lstStyle/>
        <a:p>
          <a:endParaRPr lang="en-US"/>
        </a:p>
      </dgm:t>
    </dgm:pt>
    <dgm:pt modelId="{8105DDA1-8EE2-4BDA-A553-B50A7A12EE16}">
      <dgm:prSet/>
      <dgm:spPr/>
      <dgm:t>
        <a:bodyPr/>
        <a:lstStyle/>
        <a:p>
          <a:r>
            <a:rPr lang="en-US" dirty="0" err="1"/>
            <a:t>Identiques</a:t>
          </a:r>
          <a:r>
            <a:rPr lang="en-US" dirty="0"/>
            <a:t> au </a:t>
          </a:r>
          <a:r>
            <a:rPr lang="en-US" dirty="0" err="1"/>
            <a:t>Modèle</a:t>
          </a:r>
          <a:r>
            <a:rPr lang="en-US" dirty="0"/>
            <a:t> 2</a:t>
          </a:r>
        </a:p>
      </dgm:t>
    </dgm:pt>
    <dgm:pt modelId="{2BE62C48-E6AB-497C-80E4-C48041983721}" type="parTrans" cxnId="{7034B670-76FB-49AE-AE6C-9D0A28B196F3}">
      <dgm:prSet/>
      <dgm:spPr/>
      <dgm:t>
        <a:bodyPr/>
        <a:lstStyle/>
        <a:p>
          <a:endParaRPr lang="en-US"/>
        </a:p>
      </dgm:t>
    </dgm:pt>
    <dgm:pt modelId="{37AEDAAC-2A6C-4C9C-B248-7213F5BF9496}" type="sibTrans" cxnId="{7034B670-76FB-49AE-AE6C-9D0A28B196F3}">
      <dgm:prSet/>
      <dgm:spPr/>
      <dgm:t>
        <a:bodyPr/>
        <a:lstStyle/>
        <a:p>
          <a:endParaRPr lang="en-US"/>
        </a:p>
      </dgm:t>
    </dgm:pt>
    <dgm:pt modelId="{93C9FCF1-DD46-43EF-BB5D-A5A7D8BB26E3}">
      <dgm:prSet/>
      <dgm:spPr/>
      <dgm:t>
        <a:bodyPr/>
        <a:lstStyle/>
        <a:p>
          <a:r>
            <a:rPr lang="en-US" dirty="0"/>
            <a:t>Étude </a:t>
          </a:r>
          <a:r>
            <a:rPr lang="en-US" dirty="0" err="1"/>
            <a:t>réalisée</a:t>
          </a:r>
          <a:r>
            <a:rPr lang="en-US" dirty="0"/>
            <a:t> sous </a:t>
          </a:r>
          <a:r>
            <a:rPr lang="en-US" b="1" dirty="0" err="1"/>
            <a:t>poids</a:t>
          </a:r>
          <a:r>
            <a:rPr lang="en-US" b="1" dirty="0"/>
            <a:t> propre</a:t>
          </a:r>
          <a:endParaRPr lang="en-US" dirty="0"/>
        </a:p>
      </dgm:t>
    </dgm:pt>
    <dgm:pt modelId="{CC886C24-4279-4889-8295-67273386E024}" type="parTrans" cxnId="{6FEC6C13-F7B4-4B9D-B755-EE5150958729}">
      <dgm:prSet/>
      <dgm:spPr/>
      <dgm:t>
        <a:bodyPr/>
        <a:lstStyle/>
        <a:p>
          <a:endParaRPr lang="en-US"/>
        </a:p>
      </dgm:t>
    </dgm:pt>
    <dgm:pt modelId="{EA4074AD-7166-4F68-A10F-AE43A2211357}" type="sibTrans" cxnId="{6FEC6C13-F7B4-4B9D-B755-EE5150958729}">
      <dgm:prSet/>
      <dgm:spPr/>
      <dgm:t>
        <a:bodyPr/>
        <a:lstStyle/>
        <a:p>
          <a:endParaRPr lang="en-US"/>
        </a:p>
      </dgm:t>
    </dgm:pt>
    <dgm:pt modelId="{BAB1895C-8E92-456C-9762-98087A833267}" type="pres">
      <dgm:prSet presAssocID="{F72DF4A8-BE21-4148-B17B-DF54973D4FAC}" presName="linear" presStyleCnt="0">
        <dgm:presLayoutVars>
          <dgm:animLvl val="lvl"/>
          <dgm:resizeHandles val="exact"/>
        </dgm:presLayoutVars>
      </dgm:prSet>
      <dgm:spPr/>
    </dgm:pt>
    <dgm:pt modelId="{94CD3E5E-2383-4554-87C2-0AEBC8EF679D}" type="pres">
      <dgm:prSet presAssocID="{FC51399B-85A3-4F03-844C-AFFBDFAC29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AFEBDB-2723-4738-AD26-2D54805C6F3A}" type="pres">
      <dgm:prSet presAssocID="{FC51399B-85A3-4F03-844C-AFFBDFAC29D3}" presName="childText" presStyleLbl="revTx" presStyleIdx="0" presStyleCnt="4">
        <dgm:presLayoutVars>
          <dgm:bulletEnabled val="1"/>
        </dgm:presLayoutVars>
      </dgm:prSet>
      <dgm:spPr/>
    </dgm:pt>
    <dgm:pt modelId="{060F5EF6-1118-407E-8556-C2E76B6FAAAD}" type="pres">
      <dgm:prSet presAssocID="{94EB1A2E-8F17-4F2D-8062-58C3669831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7BC560-15AF-4B5B-977D-39B3A3C8BB74}" type="pres">
      <dgm:prSet presAssocID="{94EB1A2E-8F17-4F2D-8062-58C366983167}" presName="childText" presStyleLbl="revTx" presStyleIdx="1" presStyleCnt="4">
        <dgm:presLayoutVars>
          <dgm:bulletEnabled val="1"/>
        </dgm:presLayoutVars>
      </dgm:prSet>
      <dgm:spPr/>
    </dgm:pt>
    <dgm:pt modelId="{662EC815-F0D1-469C-9838-B36091632822}" type="pres">
      <dgm:prSet presAssocID="{A402F079-CED3-4D95-A678-C634E6ADDB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8348B2-9534-4C04-B8B3-9507AEA44E34}" type="pres">
      <dgm:prSet presAssocID="{A402F079-CED3-4D95-A678-C634E6ADDB75}" presName="childText" presStyleLbl="revTx" presStyleIdx="2" presStyleCnt="4">
        <dgm:presLayoutVars>
          <dgm:bulletEnabled val="1"/>
        </dgm:presLayoutVars>
      </dgm:prSet>
      <dgm:spPr/>
    </dgm:pt>
    <dgm:pt modelId="{B6293DF4-494C-4C16-9268-2BABD5A77D27}" type="pres">
      <dgm:prSet presAssocID="{949338B9-5F0F-4FC4-87A2-3F8AF5F023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1D6F4FA-CB43-41C0-8F44-6A0D050F326C}" type="pres">
      <dgm:prSet presAssocID="{949338B9-5F0F-4FC4-87A2-3F8AF5F023CA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6F06704-2156-457B-95C4-118FA8CE4F1E}" srcId="{94EB1A2E-8F17-4F2D-8062-58C366983167}" destId="{28F7ACB5-933F-4804-81BB-B97BF4469A37}" srcOrd="1" destOrd="0" parTransId="{ADF96010-C9CA-4937-AF44-552B33345949}" sibTransId="{37F14708-512F-4DEA-A8C8-4A2A3EE97FD2}"/>
    <dgm:cxn modelId="{6FEC6C13-F7B4-4B9D-B755-EE5150958729}" srcId="{949338B9-5F0F-4FC4-87A2-3F8AF5F023CA}" destId="{93C9FCF1-DD46-43EF-BB5D-A5A7D8BB26E3}" srcOrd="1" destOrd="0" parTransId="{CC886C24-4279-4889-8295-67273386E024}" sibTransId="{EA4074AD-7166-4F68-A10F-AE43A2211357}"/>
    <dgm:cxn modelId="{DC09EF17-B335-4E01-BEB0-18382EF12BAD}" type="presOf" srcId="{2AA90666-9FDD-4D38-A9E0-C4AA1BACF790}" destId="{3E8348B2-9534-4C04-B8B3-9507AEA44E34}" srcOrd="0" destOrd="0" presId="urn:microsoft.com/office/officeart/2005/8/layout/vList2"/>
    <dgm:cxn modelId="{CCF26433-6B72-4A81-BAB3-E366756FECAF}" type="presOf" srcId="{94EB1A2E-8F17-4F2D-8062-58C366983167}" destId="{060F5EF6-1118-407E-8556-C2E76B6FAAAD}" srcOrd="0" destOrd="0" presId="urn:microsoft.com/office/officeart/2005/8/layout/vList2"/>
    <dgm:cxn modelId="{29C9FC61-58B6-4C5D-862C-D55B4AD02D81}" srcId="{A402F079-CED3-4D95-A678-C634E6ADDB75}" destId="{482BA34E-0029-45F6-AD94-D032F43EA3CE}" srcOrd="1" destOrd="0" parTransId="{F58307A4-0B77-4E8B-B17F-2A23EE670D2B}" sibTransId="{B12EEB0C-6F70-4729-A66D-E11A4D246A57}"/>
    <dgm:cxn modelId="{9834494B-6F02-4100-AC5A-639FA2C43A99}" srcId="{A402F079-CED3-4D95-A678-C634E6ADDB75}" destId="{2AA90666-9FDD-4D38-A9E0-C4AA1BACF790}" srcOrd="0" destOrd="0" parTransId="{1D3197F8-565A-482D-BF7E-282A0AAA32ED}" sibTransId="{FF9D4C2A-4CB1-482D-BF65-D9C74814B69F}"/>
    <dgm:cxn modelId="{7034B670-76FB-49AE-AE6C-9D0A28B196F3}" srcId="{949338B9-5F0F-4FC4-87A2-3F8AF5F023CA}" destId="{8105DDA1-8EE2-4BDA-A553-B50A7A12EE16}" srcOrd="0" destOrd="0" parTransId="{2BE62C48-E6AB-497C-80E4-C48041983721}" sibTransId="{37AEDAAC-2A6C-4C9C-B248-7213F5BF9496}"/>
    <dgm:cxn modelId="{A23A2475-E531-4ABF-8726-C0C151995B96}" type="presOf" srcId="{A402F079-CED3-4D95-A678-C634E6ADDB75}" destId="{662EC815-F0D1-469C-9838-B36091632822}" srcOrd="0" destOrd="0" presId="urn:microsoft.com/office/officeart/2005/8/layout/vList2"/>
    <dgm:cxn modelId="{4C7B198B-318A-4863-887F-F98D98CC8856}" type="presOf" srcId="{93C9FCF1-DD46-43EF-BB5D-A5A7D8BB26E3}" destId="{E1D6F4FA-CB43-41C0-8F44-6A0D050F326C}" srcOrd="0" destOrd="1" presId="urn:microsoft.com/office/officeart/2005/8/layout/vList2"/>
    <dgm:cxn modelId="{92D40990-CBBD-4ECC-8335-9950FED4B797}" srcId="{F72DF4A8-BE21-4148-B17B-DF54973D4FAC}" destId="{A402F079-CED3-4D95-A678-C634E6ADDB75}" srcOrd="2" destOrd="0" parTransId="{121F5A3A-BF6C-487A-A536-048AD72AA2E1}" sibTransId="{736F10F0-9834-4BB1-B455-7E11B4122314}"/>
    <dgm:cxn modelId="{CCA2B49F-D864-4978-9ECC-ED641B617C59}" type="presOf" srcId="{82D3A0C0-CE68-4CBA-9541-94D7823F2D5E}" destId="{907BC560-15AF-4B5B-977D-39B3A3C8BB74}" srcOrd="0" destOrd="0" presId="urn:microsoft.com/office/officeart/2005/8/layout/vList2"/>
    <dgm:cxn modelId="{FAA8B2B9-871C-4D3F-B73F-ABA14085A3B4}" type="presOf" srcId="{FC51399B-85A3-4F03-844C-AFFBDFAC29D3}" destId="{94CD3E5E-2383-4554-87C2-0AEBC8EF679D}" srcOrd="0" destOrd="0" presId="urn:microsoft.com/office/officeart/2005/8/layout/vList2"/>
    <dgm:cxn modelId="{29007AC7-60CC-4400-80C1-04515E787DB8}" srcId="{F72DF4A8-BE21-4148-B17B-DF54973D4FAC}" destId="{FC51399B-85A3-4F03-844C-AFFBDFAC29D3}" srcOrd="0" destOrd="0" parTransId="{7A5AAB08-332E-4F0F-8D43-EF2127E2FB9C}" sibTransId="{7C6C3409-DE2F-4E77-8D51-5D05B8317C2C}"/>
    <dgm:cxn modelId="{FA070FC8-D54B-48CC-B244-1577A7677047}" srcId="{F72DF4A8-BE21-4148-B17B-DF54973D4FAC}" destId="{94EB1A2E-8F17-4F2D-8062-58C366983167}" srcOrd="1" destOrd="0" parTransId="{F6F0E762-2C74-4D4B-8C71-FFA23B91D975}" sibTransId="{03C7E053-1483-485D-A058-1AB2A85C0135}"/>
    <dgm:cxn modelId="{F3A90FD3-6B23-4DD7-B950-F73339263344}" type="presOf" srcId="{949338B9-5F0F-4FC4-87A2-3F8AF5F023CA}" destId="{B6293DF4-494C-4C16-9268-2BABD5A77D27}" srcOrd="0" destOrd="0" presId="urn:microsoft.com/office/officeart/2005/8/layout/vList2"/>
    <dgm:cxn modelId="{88081DD5-4663-40A2-89E8-B0D874DBC2C7}" type="presOf" srcId="{482BA34E-0029-45F6-AD94-D032F43EA3CE}" destId="{3E8348B2-9534-4C04-B8B3-9507AEA44E34}" srcOrd="0" destOrd="1" presId="urn:microsoft.com/office/officeart/2005/8/layout/vList2"/>
    <dgm:cxn modelId="{9A4F2AD5-18F3-49AA-9C82-9BF857CA2176}" type="presOf" srcId="{28F7ACB5-933F-4804-81BB-B97BF4469A37}" destId="{907BC560-15AF-4B5B-977D-39B3A3C8BB74}" srcOrd="0" destOrd="1" presId="urn:microsoft.com/office/officeart/2005/8/layout/vList2"/>
    <dgm:cxn modelId="{DF0886D5-DB31-44C0-9CA3-ED3AFA79CD2B}" type="presOf" srcId="{F72DF4A8-BE21-4148-B17B-DF54973D4FAC}" destId="{BAB1895C-8E92-456C-9762-98087A833267}" srcOrd="0" destOrd="0" presId="urn:microsoft.com/office/officeart/2005/8/layout/vList2"/>
    <dgm:cxn modelId="{A2C618DD-F6D4-48F0-94E6-D6F50FEB5650}" srcId="{FC51399B-85A3-4F03-844C-AFFBDFAC29D3}" destId="{6C8A054B-8B58-418A-A232-D0A66B218BEF}" srcOrd="0" destOrd="0" parTransId="{304B1DEE-0548-48CB-9D45-88BCC2D90D96}" sibTransId="{1CC840D5-2971-4813-B658-D954983A04F8}"/>
    <dgm:cxn modelId="{2D70DBE0-702F-417F-B916-92B0BC6CE719}" type="presOf" srcId="{6C8A054B-8B58-418A-A232-D0A66B218BEF}" destId="{5FAFEBDB-2723-4738-AD26-2D54805C6F3A}" srcOrd="0" destOrd="0" presId="urn:microsoft.com/office/officeart/2005/8/layout/vList2"/>
    <dgm:cxn modelId="{8A5FF9E8-0A2A-4EB1-AC24-BDDEB33CF9DD}" srcId="{94EB1A2E-8F17-4F2D-8062-58C366983167}" destId="{82D3A0C0-CE68-4CBA-9541-94D7823F2D5E}" srcOrd="0" destOrd="0" parTransId="{9DE81C60-C03E-4CF6-B9AD-DF76421228BA}" sibTransId="{6DD67903-4339-4B78-9F37-95F2E8D3047B}"/>
    <dgm:cxn modelId="{57789AF4-CEDD-4FA0-A481-524B35E33C2C}" srcId="{F72DF4A8-BE21-4148-B17B-DF54973D4FAC}" destId="{949338B9-5F0F-4FC4-87A2-3F8AF5F023CA}" srcOrd="3" destOrd="0" parTransId="{297B4609-CA2A-47AB-A1D3-268BBD40727C}" sibTransId="{9C70D5C0-0CD7-4B1C-8E8C-2F6F86F20151}"/>
    <dgm:cxn modelId="{7C05A0F8-AD84-41FC-A5BD-1FC3CDFA5C9D}" type="presOf" srcId="{8105DDA1-8EE2-4BDA-A553-B50A7A12EE16}" destId="{E1D6F4FA-CB43-41C0-8F44-6A0D050F326C}" srcOrd="0" destOrd="0" presId="urn:microsoft.com/office/officeart/2005/8/layout/vList2"/>
    <dgm:cxn modelId="{C7AD393E-E63A-4AE5-B291-642254C84928}" type="presParOf" srcId="{BAB1895C-8E92-456C-9762-98087A833267}" destId="{94CD3E5E-2383-4554-87C2-0AEBC8EF679D}" srcOrd="0" destOrd="0" presId="urn:microsoft.com/office/officeart/2005/8/layout/vList2"/>
    <dgm:cxn modelId="{0CD90BDE-5128-464F-BE7E-35B38E99D704}" type="presParOf" srcId="{BAB1895C-8E92-456C-9762-98087A833267}" destId="{5FAFEBDB-2723-4738-AD26-2D54805C6F3A}" srcOrd="1" destOrd="0" presId="urn:microsoft.com/office/officeart/2005/8/layout/vList2"/>
    <dgm:cxn modelId="{06DB3887-2E47-48E6-9EE2-13CFAF7B3B54}" type="presParOf" srcId="{BAB1895C-8E92-456C-9762-98087A833267}" destId="{060F5EF6-1118-407E-8556-C2E76B6FAAAD}" srcOrd="2" destOrd="0" presId="urn:microsoft.com/office/officeart/2005/8/layout/vList2"/>
    <dgm:cxn modelId="{B7AED137-BB32-42F4-8604-C50AE97EAFB7}" type="presParOf" srcId="{BAB1895C-8E92-456C-9762-98087A833267}" destId="{907BC560-15AF-4B5B-977D-39B3A3C8BB74}" srcOrd="3" destOrd="0" presId="urn:microsoft.com/office/officeart/2005/8/layout/vList2"/>
    <dgm:cxn modelId="{9E749964-0FAC-4770-88A5-81BBAA3B7BB1}" type="presParOf" srcId="{BAB1895C-8E92-456C-9762-98087A833267}" destId="{662EC815-F0D1-469C-9838-B36091632822}" srcOrd="4" destOrd="0" presId="urn:microsoft.com/office/officeart/2005/8/layout/vList2"/>
    <dgm:cxn modelId="{651BD054-0591-4BB4-8331-6CF2D549B7F5}" type="presParOf" srcId="{BAB1895C-8E92-456C-9762-98087A833267}" destId="{3E8348B2-9534-4C04-B8B3-9507AEA44E34}" srcOrd="5" destOrd="0" presId="urn:microsoft.com/office/officeart/2005/8/layout/vList2"/>
    <dgm:cxn modelId="{4878072D-FA2D-46E4-A5A6-CC8ABC2AE2DA}" type="presParOf" srcId="{BAB1895C-8E92-456C-9762-98087A833267}" destId="{B6293DF4-494C-4C16-9268-2BABD5A77D27}" srcOrd="6" destOrd="0" presId="urn:microsoft.com/office/officeart/2005/8/layout/vList2"/>
    <dgm:cxn modelId="{EB613226-4FFD-4431-A4FB-7F093DE47721}" type="presParOf" srcId="{BAB1895C-8E92-456C-9762-98087A833267}" destId="{E1D6F4FA-CB43-41C0-8F44-6A0D050F326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F72DF4A8-BE21-4148-B17B-DF54973D4FA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C51399B-85A3-4F03-844C-AFFBDFAC29D3}">
      <dgm:prSet/>
      <dgm:spPr/>
      <dgm:t>
        <a:bodyPr/>
        <a:lstStyle/>
        <a:p>
          <a:r>
            <a:rPr lang="en-US" b="1"/>
            <a:t>Modification de la géométrie</a:t>
          </a:r>
          <a:endParaRPr lang="en-US"/>
        </a:p>
      </dgm:t>
    </dgm:pt>
    <dgm:pt modelId="{7A5AAB08-332E-4F0F-8D43-EF2127E2FB9C}" type="parTrans" cxnId="{29007AC7-60CC-4400-80C1-04515E787DB8}">
      <dgm:prSet/>
      <dgm:spPr/>
      <dgm:t>
        <a:bodyPr/>
        <a:lstStyle/>
        <a:p>
          <a:endParaRPr lang="en-US"/>
        </a:p>
      </dgm:t>
    </dgm:pt>
    <dgm:pt modelId="{7C6C3409-DE2F-4E77-8D51-5D05B8317C2C}" type="sibTrans" cxnId="{29007AC7-60CC-4400-80C1-04515E787DB8}">
      <dgm:prSet/>
      <dgm:spPr/>
      <dgm:t>
        <a:bodyPr/>
        <a:lstStyle/>
        <a:p>
          <a:endParaRPr lang="en-US"/>
        </a:p>
      </dgm:t>
    </dgm:pt>
    <dgm:pt modelId="{6C8A054B-8B58-418A-A232-D0A66B218BEF}">
      <dgm:prSet/>
      <dgm:spPr/>
      <dgm:t>
        <a:bodyPr/>
        <a:lstStyle/>
        <a:p>
          <a:r>
            <a:rPr lang="en-US" dirty="0" err="1"/>
            <a:t>Remplacement</a:t>
          </a:r>
          <a:r>
            <a:rPr lang="en-US" dirty="0"/>
            <a:t> des </a:t>
          </a:r>
          <a:r>
            <a:rPr lang="en-US" b="1" dirty="0"/>
            <a:t>arêtes vives</a:t>
          </a:r>
          <a:r>
            <a:rPr lang="en-US" dirty="0"/>
            <a:t> par des </a:t>
          </a:r>
          <a:r>
            <a:rPr lang="en-US" b="1" dirty="0"/>
            <a:t>rayons de </a:t>
          </a:r>
          <a:r>
            <a:rPr lang="en-US" b="1" dirty="0" err="1"/>
            <a:t>raccordement</a:t>
          </a:r>
          <a:endParaRPr lang="en-US" dirty="0"/>
        </a:p>
      </dgm:t>
    </dgm:pt>
    <dgm:pt modelId="{304B1DEE-0548-48CB-9D45-88BCC2D90D96}" type="parTrans" cxnId="{A2C618DD-F6D4-48F0-94E6-D6F50FEB5650}">
      <dgm:prSet/>
      <dgm:spPr/>
      <dgm:t>
        <a:bodyPr/>
        <a:lstStyle/>
        <a:p>
          <a:endParaRPr lang="en-US"/>
        </a:p>
      </dgm:t>
    </dgm:pt>
    <dgm:pt modelId="{1CC840D5-2971-4813-B658-D954983A04F8}" type="sibTrans" cxnId="{A2C618DD-F6D4-48F0-94E6-D6F50FEB5650}">
      <dgm:prSet/>
      <dgm:spPr/>
      <dgm:t>
        <a:bodyPr/>
        <a:lstStyle/>
        <a:p>
          <a:endParaRPr lang="en-US"/>
        </a:p>
      </dgm:t>
    </dgm:pt>
    <dgm:pt modelId="{94EB1A2E-8F17-4F2D-8062-58C366983167}">
      <dgm:prSet/>
      <dgm:spPr/>
      <dgm:t>
        <a:bodyPr/>
        <a:lstStyle/>
        <a:p>
          <a:r>
            <a:rPr lang="en-US" dirty="0"/>
            <a:t>Deux configurations </a:t>
          </a:r>
          <a:r>
            <a:rPr lang="en-US" dirty="0" err="1"/>
            <a:t>étudiées</a:t>
          </a:r>
          <a:r>
            <a:rPr lang="en-US" dirty="0"/>
            <a:t> :</a:t>
          </a:r>
        </a:p>
      </dgm:t>
    </dgm:pt>
    <dgm:pt modelId="{F6F0E762-2C74-4D4B-8C71-FFA23B91D975}" type="parTrans" cxnId="{FA070FC8-D54B-48CC-B244-1577A7677047}">
      <dgm:prSet/>
      <dgm:spPr/>
      <dgm:t>
        <a:bodyPr/>
        <a:lstStyle/>
        <a:p>
          <a:endParaRPr lang="en-US"/>
        </a:p>
      </dgm:t>
    </dgm:pt>
    <dgm:pt modelId="{03C7E053-1483-485D-A058-1AB2A85C0135}" type="sibTrans" cxnId="{FA070FC8-D54B-48CC-B244-1577A7677047}">
      <dgm:prSet/>
      <dgm:spPr/>
      <dgm:t>
        <a:bodyPr/>
        <a:lstStyle/>
        <a:p>
          <a:endParaRPr lang="en-US"/>
        </a:p>
      </dgm:t>
    </dgm:pt>
    <dgm:pt modelId="{82D3A0C0-CE68-4CBA-9541-94D7823F2D5E}">
      <dgm:prSet/>
      <dgm:spPr>
        <a:blipFill>
          <a:blip xmlns:r="http://schemas.openxmlformats.org/officeDocument/2006/relationships" r:embed="rId1"/>
          <a:stretch>
            <a:fillRect t="-10309" b="-15464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9DE81C60-C03E-4CF6-B9AD-DF76421228BA}" type="parTrans" cxnId="{8A5FF9E8-0A2A-4EB1-AC24-BDDEB33CF9DD}">
      <dgm:prSet/>
      <dgm:spPr/>
      <dgm:t>
        <a:bodyPr/>
        <a:lstStyle/>
        <a:p>
          <a:endParaRPr lang="en-US"/>
        </a:p>
      </dgm:t>
    </dgm:pt>
    <dgm:pt modelId="{6DD67903-4339-4B78-9F37-95F2E8D3047B}" type="sibTrans" cxnId="{8A5FF9E8-0A2A-4EB1-AC24-BDDEB33CF9DD}">
      <dgm:prSet/>
      <dgm:spPr/>
      <dgm:t>
        <a:bodyPr/>
        <a:lstStyle/>
        <a:p>
          <a:endParaRPr lang="en-US"/>
        </a:p>
      </dgm:t>
    </dgm:pt>
    <dgm:pt modelId="{28F7ACB5-933F-4804-81BB-B97BF4469A37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ADF96010-C9CA-4937-AF44-552B33345949}" type="parTrans" cxnId="{E6F06704-2156-457B-95C4-118FA8CE4F1E}">
      <dgm:prSet/>
      <dgm:spPr/>
      <dgm:t>
        <a:bodyPr/>
        <a:lstStyle/>
        <a:p>
          <a:endParaRPr lang="en-US"/>
        </a:p>
      </dgm:t>
    </dgm:pt>
    <dgm:pt modelId="{37F14708-512F-4DEA-A8C8-4A2A3EE97FD2}" type="sibTrans" cxnId="{E6F06704-2156-457B-95C4-118FA8CE4F1E}">
      <dgm:prSet/>
      <dgm:spPr/>
      <dgm:t>
        <a:bodyPr/>
        <a:lstStyle/>
        <a:p>
          <a:endParaRPr lang="en-US"/>
        </a:p>
      </dgm:t>
    </dgm:pt>
    <dgm:pt modelId="{A402F079-CED3-4D95-A678-C634E6ADDB75}">
      <dgm:prSet/>
      <dgm:spPr/>
      <dgm:t>
        <a:bodyPr/>
        <a:lstStyle/>
        <a:p>
          <a:r>
            <a:rPr lang="en-US" b="1" dirty="0"/>
            <a:t>Objectif</a:t>
          </a:r>
          <a:endParaRPr lang="en-US" dirty="0"/>
        </a:p>
      </dgm:t>
    </dgm:pt>
    <dgm:pt modelId="{121F5A3A-BF6C-487A-A536-048AD72AA2E1}" type="parTrans" cxnId="{92D40990-CBBD-4ECC-8335-9950FED4B797}">
      <dgm:prSet/>
      <dgm:spPr/>
      <dgm:t>
        <a:bodyPr/>
        <a:lstStyle/>
        <a:p>
          <a:endParaRPr lang="en-US"/>
        </a:p>
      </dgm:t>
    </dgm:pt>
    <dgm:pt modelId="{736F10F0-9834-4BB1-B455-7E11B4122314}" type="sibTrans" cxnId="{92D40990-CBBD-4ECC-8335-9950FED4B797}">
      <dgm:prSet/>
      <dgm:spPr/>
      <dgm:t>
        <a:bodyPr/>
        <a:lstStyle/>
        <a:p>
          <a:endParaRPr lang="en-US"/>
        </a:p>
      </dgm:t>
    </dgm:pt>
    <dgm:pt modelId="{2AA90666-9FDD-4D38-A9E0-C4AA1BACF790}">
      <dgm:prSet/>
      <dgm:spPr/>
      <dgm:t>
        <a:bodyPr/>
        <a:lstStyle/>
        <a:p>
          <a:r>
            <a:rPr lang="en-US" dirty="0" err="1"/>
            <a:t>Réduire</a:t>
          </a:r>
          <a:r>
            <a:rPr lang="en-US" dirty="0"/>
            <a:t> les concentrations de </a:t>
          </a:r>
          <a:r>
            <a:rPr lang="en-US" dirty="0" err="1"/>
            <a:t>contraintes</a:t>
          </a:r>
          <a:endParaRPr lang="en-US" dirty="0"/>
        </a:p>
      </dgm:t>
    </dgm:pt>
    <dgm:pt modelId="{1D3197F8-565A-482D-BF7E-282A0AAA32ED}" type="parTrans" cxnId="{9834494B-6F02-4100-AC5A-639FA2C43A99}">
      <dgm:prSet/>
      <dgm:spPr/>
      <dgm:t>
        <a:bodyPr/>
        <a:lstStyle/>
        <a:p>
          <a:endParaRPr lang="en-US"/>
        </a:p>
      </dgm:t>
    </dgm:pt>
    <dgm:pt modelId="{FF9D4C2A-4CB1-482D-BF65-D9C74814B69F}" type="sibTrans" cxnId="{9834494B-6F02-4100-AC5A-639FA2C43A99}">
      <dgm:prSet/>
      <dgm:spPr/>
      <dgm:t>
        <a:bodyPr/>
        <a:lstStyle/>
        <a:p>
          <a:endParaRPr lang="en-US"/>
        </a:p>
      </dgm:t>
    </dgm:pt>
    <dgm:pt modelId="{482BA34E-0029-45F6-AD94-D032F43EA3CE}">
      <dgm:prSet/>
      <dgm:spPr/>
      <dgm:t>
        <a:bodyPr/>
        <a:lstStyle/>
        <a:p>
          <a:r>
            <a:rPr lang="en-US" dirty="0" err="1"/>
            <a:t>Améliorer</a:t>
          </a:r>
          <a:r>
            <a:rPr lang="en-US" dirty="0"/>
            <a:t> la </a:t>
          </a:r>
          <a:r>
            <a:rPr lang="en-US" dirty="0" err="1"/>
            <a:t>stabilité</a:t>
          </a:r>
          <a:r>
            <a:rPr lang="en-US" dirty="0"/>
            <a:t> au </a:t>
          </a:r>
          <a:r>
            <a:rPr lang="en-US" dirty="0" err="1"/>
            <a:t>flambement</a:t>
          </a:r>
          <a:endParaRPr lang="en-US" dirty="0"/>
        </a:p>
      </dgm:t>
    </dgm:pt>
    <dgm:pt modelId="{F58307A4-0B77-4E8B-B17F-2A23EE670D2B}" type="parTrans" cxnId="{29C9FC61-58B6-4C5D-862C-D55B4AD02D81}">
      <dgm:prSet/>
      <dgm:spPr/>
      <dgm:t>
        <a:bodyPr/>
        <a:lstStyle/>
        <a:p>
          <a:endParaRPr lang="en-US"/>
        </a:p>
      </dgm:t>
    </dgm:pt>
    <dgm:pt modelId="{B12EEB0C-6F70-4729-A66D-E11A4D246A57}" type="sibTrans" cxnId="{29C9FC61-58B6-4C5D-862C-D55B4AD02D81}">
      <dgm:prSet/>
      <dgm:spPr/>
      <dgm:t>
        <a:bodyPr/>
        <a:lstStyle/>
        <a:p>
          <a:endParaRPr lang="en-US"/>
        </a:p>
      </dgm:t>
    </dgm:pt>
    <dgm:pt modelId="{949338B9-5F0F-4FC4-87A2-3F8AF5F023CA}">
      <dgm:prSet/>
      <dgm:spPr/>
      <dgm:t>
        <a:bodyPr/>
        <a:lstStyle/>
        <a:p>
          <a:r>
            <a:rPr lang="en-US" b="1" dirty="0" err="1"/>
            <a:t>Hypothèses</a:t>
          </a:r>
          <a:endParaRPr lang="en-US" dirty="0"/>
        </a:p>
      </dgm:t>
    </dgm:pt>
    <dgm:pt modelId="{297B4609-CA2A-47AB-A1D3-268BBD40727C}" type="parTrans" cxnId="{57789AF4-CEDD-4FA0-A481-524B35E33C2C}">
      <dgm:prSet/>
      <dgm:spPr/>
      <dgm:t>
        <a:bodyPr/>
        <a:lstStyle/>
        <a:p>
          <a:endParaRPr lang="en-US"/>
        </a:p>
      </dgm:t>
    </dgm:pt>
    <dgm:pt modelId="{9C70D5C0-0CD7-4B1C-8E8C-2F6F86F20151}" type="sibTrans" cxnId="{57789AF4-CEDD-4FA0-A481-524B35E33C2C}">
      <dgm:prSet/>
      <dgm:spPr/>
      <dgm:t>
        <a:bodyPr/>
        <a:lstStyle/>
        <a:p>
          <a:endParaRPr lang="en-US"/>
        </a:p>
      </dgm:t>
    </dgm:pt>
    <dgm:pt modelId="{8105DDA1-8EE2-4BDA-A553-B50A7A12EE16}">
      <dgm:prSet/>
      <dgm:spPr/>
      <dgm:t>
        <a:bodyPr/>
        <a:lstStyle/>
        <a:p>
          <a:r>
            <a:rPr lang="en-US" dirty="0" err="1"/>
            <a:t>Identiques</a:t>
          </a:r>
          <a:r>
            <a:rPr lang="en-US" dirty="0"/>
            <a:t> au </a:t>
          </a:r>
          <a:r>
            <a:rPr lang="en-US" dirty="0" err="1"/>
            <a:t>Modèle</a:t>
          </a:r>
          <a:r>
            <a:rPr lang="en-US" dirty="0"/>
            <a:t> 2</a:t>
          </a:r>
        </a:p>
      </dgm:t>
    </dgm:pt>
    <dgm:pt modelId="{2BE62C48-E6AB-497C-80E4-C48041983721}" type="parTrans" cxnId="{7034B670-76FB-49AE-AE6C-9D0A28B196F3}">
      <dgm:prSet/>
      <dgm:spPr/>
      <dgm:t>
        <a:bodyPr/>
        <a:lstStyle/>
        <a:p>
          <a:endParaRPr lang="en-US"/>
        </a:p>
      </dgm:t>
    </dgm:pt>
    <dgm:pt modelId="{37AEDAAC-2A6C-4C9C-B248-7213F5BF9496}" type="sibTrans" cxnId="{7034B670-76FB-49AE-AE6C-9D0A28B196F3}">
      <dgm:prSet/>
      <dgm:spPr/>
      <dgm:t>
        <a:bodyPr/>
        <a:lstStyle/>
        <a:p>
          <a:endParaRPr lang="en-US"/>
        </a:p>
      </dgm:t>
    </dgm:pt>
    <dgm:pt modelId="{93C9FCF1-DD46-43EF-BB5D-A5A7D8BB26E3}">
      <dgm:prSet/>
      <dgm:spPr/>
      <dgm:t>
        <a:bodyPr/>
        <a:lstStyle/>
        <a:p>
          <a:r>
            <a:rPr lang="en-US" dirty="0"/>
            <a:t>Étude </a:t>
          </a:r>
          <a:r>
            <a:rPr lang="en-US" dirty="0" err="1"/>
            <a:t>réalisée</a:t>
          </a:r>
          <a:r>
            <a:rPr lang="en-US" dirty="0"/>
            <a:t> sous </a:t>
          </a:r>
          <a:r>
            <a:rPr lang="en-US" b="1" dirty="0" err="1"/>
            <a:t>poids</a:t>
          </a:r>
          <a:r>
            <a:rPr lang="en-US" b="1" dirty="0"/>
            <a:t> propre</a:t>
          </a:r>
          <a:endParaRPr lang="en-US" dirty="0"/>
        </a:p>
      </dgm:t>
    </dgm:pt>
    <dgm:pt modelId="{CC886C24-4279-4889-8295-67273386E024}" type="parTrans" cxnId="{6FEC6C13-F7B4-4B9D-B755-EE5150958729}">
      <dgm:prSet/>
      <dgm:spPr/>
      <dgm:t>
        <a:bodyPr/>
        <a:lstStyle/>
        <a:p>
          <a:endParaRPr lang="en-US"/>
        </a:p>
      </dgm:t>
    </dgm:pt>
    <dgm:pt modelId="{EA4074AD-7166-4F68-A10F-AE43A2211357}" type="sibTrans" cxnId="{6FEC6C13-F7B4-4B9D-B755-EE5150958729}">
      <dgm:prSet/>
      <dgm:spPr/>
      <dgm:t>
        <a:bodyPr/>
        <a:lstStyle/>
        <a:p>
          <a:endParaRPr lang="en-US"/>
        </a:p>
      </dgm:t>
    </dgm:pt>
    <dgm:pt modelId="{BAB1895C-8E92-456C-9762-98087A833267}" type="pres">
      <dgm:prSet presAssocID="{F72DF4A8-BE21-4148-B17B-DF54973D4FAC}" presName="linear" presStyleCnt="0">
        <dgm:presLayoutVars>
          <dgm:animLvl val="lvl"/>
          <dgm:resizeHandles val="exact"/>
        </dgm:presLayoutVars>
      </dgm:prSet>
      <dgm:spPr/>
    </dgm:pt>
    <dgm:pt modelId="{94CD3E5E-2383-4554-87C2-0AEBC8EF679D}" type="pres">
      <dgm:prSet presAssocID="{FC51399B-85A3-4F03-844C-AFFBDFAC29D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FAFEBDB-2723-4738-AD26-2D54805C6F3A}" type="pres">
      <dgm:prSet presAssocID="{FC51399B-85A3-4F03-844C-AFFBDFAC29D3}" presName="childText" presStyleLbl="revTx" presStyleIdx="0" presStyleCnt="4">
        <dgm:presLayoutVars>
          <dgm:bulletEnabled val="1"/>
        </dgm:presLayoutVars>
      </dgm:prSet>
      <dgm:spPr/>
    </dgm:pt>
    <dgm:pt modelId="{060F5EF6-1118-407E-8556-C2E76B6FAAAD}" type="pres">
      <dgm:prSet presAssocID="{94EB1A2E-8F17-4F2D-8062-58C366983167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07BC560-15AF-4B5B-977D-39B3A3C8BB74}" type="pres">
      <dgm:prSet presAssocID="{94EB1A2E-8F17-4F2D-8062-58C366983167}" presName="childText" presStyleLbl="revTx" presStyleIdx="1" presStyleCnt="4">
        <dgm:presLayoutVars>
          <dgm:bulletEnabled val="1"/>
        </dgm:presLayoutVars>
      </dgm:prSet>
      <dgm:spPr/>
    </dgm:pt>
    <dgm:pt modelId="{662EC815-F0D1-469C-9838-B36091632822}" type="pres">
      <dgm:prSet presAssocID="{A402F079-CED3-4D95-A678-C634E6ADDB7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3E8348B2-9534-4C04-B8B3-9507AEA44E34}" type="pres">
      <dgm:prSet presAssocID="{A402F079-CED3-4D95-A678-C634E6ADDB75}" presName="childText" presStyleLbl="revTx" presStyleIdx="2" presStyleCnt="4">
        <dgm:presLayoutVars>
          <dgm:bulletEnabled val="1"/>
        </dgm:presLayoutVars>
      </dgm:prSet>
      <dgm:spPr/>
    </dgm:pt>
    <dgm:pt modelId="{B6293DF4-494C-4C16-9268-2BABD5A77D27}" type="pres">
      <dgm:prSet presAssocID="{949338B9-5F0F-4FC4-87A2-3F8AF5F023CA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E1D6F4FA-CB43-41C0-8F44-6A0D050F326C}" type="pres">
      <dgm:prSet presAssocID="{949338B9-5F0F-4FC4-87A2-3F8AF5F023CA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6F06704-2156-457B-95C4-118FA8CE4F1E}" srcId="{94EB1A2E-8F17-4F2D-8062-58C366983167}" destId="{28F7ACB5-933F-4804-81BB-B97BF4469A37}" srcOrd="1" destOrd="0" parTransId="{ADF96010-C9CA-4937-AF44-552B33345949}" sibTransId="{37F14708-512F-4DEA-A8C8-4A2A3EE97FD2}"/>
    <dgm:cxn modelId="{6FEC6C13-F7B4-4B9D-B755-EE5150958729}" srcId="{949338B9-5F0F-4FC4-87A2-3F8AF5F023CA}" destId="{93C9FCF1-DD46-43EF-BB5D-A5A7D8BB26E3}" srcOrd="1" destOrd="0" parTransId="{CC886C24-4279-4889-8295-67273386E024}" sibTransId="{EA4074AD-7166-4F68-A10F-AE43A2211357}"/>
    <dgm:cxn modelId="{DC09EF17-B335-4E01-BEB0-18382EF12BAD}" type="presOf" srcId="{2AA90666-9FDD-4D38-A9E0-C4AA1BACF790}" destId="{3E8348B2-9534-4C04-B8B3-9507AEA44E34}" srcOrd="0" destOrd="0" presId="urn:microsoft.com/office/officeart/2005/8/layout/vList2"/>
    <dgm:cxn modelId="{CCF26433-6B72-4A81-BAB3-E366756FECAF}" type="presOf" srcId="{94EB1A2E-8F17-4F2D-8062-58C366983167}" destId="{060F5EF6-1118-407E-8556-C2E76B6FAAAD}" srcOrd="0" destOrd="0" presId="urn:microsoft.com/office/officeart/2005/8/layout/vList2"/>
    <dgm:cxn modelId="{29C9FC61-58B6-4C5D-862C-D55B4AD02D81}" srcId="{A402F079-CED3-4D95-A678-C634E6ADDB75}" destId="{482BA34E-0029-45F6-AD94-D032F43EA3CE}" srcOrd="1" destOrd="0" parTransId="{F58307A4-0B77-4E8B-B17F-2A23EE670D2B}" sibTransId="{B12EEB0C-6F70-4729-A66D-E11A4D246A57}"/>
    <dgm:cxn modelId="{9834494B-6F02-4100-AC5A-639FA2C43A99}" srcId="{A402F079-CED3-4D95-A678-C634E6ADDB75}" destId="{2AA90666-9FDD-4D38-A9E0-C4AA1BACF790}" srcOrd="0" destOrd="0" parTransId="{1D3197F8-565A-482D-BF7E-282A0AAA32ED}" sibTransId="{FF9D4C2A-4CB1-482D-BF65-D9C74814B69F}"/>
    <dgm:cxn modelId="{7034B670-76FB-49AE-AE6C-9D0A28B196F3}" srcId="{949338B9-5F0F-4FC4-87A2-3F8AF5F023CA}" destId="{8105DDA1-8EE2-4BDA-A553-B50A7A12EE16}" srcOrd="0" destOrd="0" parTransId="{2BE62C48-E6AB-497C-80E4-C48041983721}" sibTransId="{37AEDAAC-2A6C-4C9C-B248-7213F5BF9496}"/>
    <dgm:cxn modelId="{A23A2475-E531-4ABF-8726-C0C151995B96}" type="presOf" srcId="{A402F079-CED3-4D95-A678-C634E6ADDB75}" destId="{662EC815-F0D1-469C-9838-B36091632822}" srcOrd="0" destOrd="0" presId="urn:microsoft.com/office/officeart/2005/8/layout/vList2"/>
    <dgm:cxn modelId="{4C7B198B-318A-4863-887F-F98D98CC8856}" type="presOf" srcId="{93C9FCF1-DD46-43EF-BB5D-A5A7D8BB26E3}" destId="{E1D6F4FA-CB43-41C0-8F44-6A0D050F326C}" srcOrd="0" destOrd="1" presId="urn:microsoft.com/office/officeart/2005/8/layout/vList2"/>
    <dgm:cxn modelId="{92D40990-CBBD-4ECC-8335-9950FED4B797}" srcId="{F72DF4A8-BE21-4148-B17B-DF54973D4FAC}" destId="{A402F079-CED3-4D95-A678-C634E6ADDB75}" srcOrd="2" destOrd="0" parTransId="{121F5A3A-BF6C-487A-A536-048AD72AA2E1}" sibTransId="{736F10F0-9834-4BB1-B455-7E11B4122314}"/>
    <dgm:cxn modelId="{CCA2B49F-D864-4978-9ECC-ED641B617C59}" type="presOf" srcId="{82D3A0C0-CE68-4CBA-9541-94D7823F2D5E}" destId="{907BC560-15AF-4B5B-977D-39B3A3C8BB74}" srcOrd="0" destOrd="0" presId="urn:microsoft.com/office/officeart/2005/8/layout/vList2"/>
    <dgm:cxn modelId="{FAA8B2B9-871C-4D3F-B73F-ABA14085A3B4}" type="presOf" srcId="{FC51399B-85A3-4F03-844C-AFFBDFAC29D3}" destId="{94CD3E5E-2383-4554-87C2-0AEBC8EF679D}" srcOrd="0" destOrd="0" presId="urn:microsoft.com/office/officeart/2005/8/layout/vList2"/>
    <dgm:cxn modelId="{29007AC7-60CC-4400-80C1-04515E787DB8}" srcId="{F72DF4A8-BE21-4148-B17B-DF54973D4FAC}" destId="{FC51399B-85A3-4F03-844C-AFFBDFAC29D3}" srcOrd="0" destOrd="0" parTransId="{7A5AAB08-332E-4F0F-8D43-EF2127E2FB9C}" sibTransId="{7C6C3409-DE2F-4E77-8D51-5D05B8317C2C}"/>
    <dgm:cxn modelId="{FA070FC8-D54B-48CC-B244-1577A7677047}" srcId="{F72DF4A8-BE21-4148-B17B-DF54973D4FAC}" destId="{94EB1A2E-8F17-4F2D-8062-58C366983167}" srcOrd="1" destOrd="0" parTransId="{F6F0E762-2C74-4D4B-8C71-FFA23B91D975}" sibTransId="{03C7E053-1483-485D-A058-1AB2A85C0135}"/>
    <dgm:cxn modelId="{F3A90FD3-6B23-4DD7-B950-F73339263344}" type="presOf" srcId="{949338B9-5F0F-4FC4-87A2-3F8AF5F023CA}" destId="{B6293DF4-494C-4C16-9268-2BABD5A77D27}" srcOrd="0" destOrd="0" presId="urn:microsoft.com/office/officeart/2005/8/layout/vList2"/>
    <dgm:cxn modelId="{88081DD5-4663-40A2-89E8-B0D874DBC2C7}" type="presOf" srcId="{482BA34E-0029-45F6-AD94-D032F43EA3CE}" destId="{3E8348B2-9534-4C04-B8B3-9507AEA44E34}" srcOrd="0" destOrd="1" presId="urn:microsoft.com/office/officeart/2005/8/layout/vList2"/>
    <dgm:cxn modelId="{9A4F2AD5-18F3-49AA-9C82-9BF857CA2176}" type="presOf" srcId="{28F7ACB5-933F-4804-81BB-B97BF4469A37}" destId="{907BC560-15AF-4B5B-977D-39B3A3C8BB74}" srcOrd="0" destOrd="1" presId="urn:microsoft.com/office/officeart/2005/8/layout/vList2"/>
    <dgm:cxn modelId="{DF0886D5-DB31-44C0-9CA3-ED3AFA79CD2B}" type="presOf" srcId="{F72DF4A8-BE21-4148-B17B-DF54973D4FAC}" destId="{BAB1895C-8E92-456C-9762-98087A833267}" srcOrd="0" destOrd="0" presId="urn:microsoft.com/office/officeart/2005/8/layout/vList2"/>
    <dgm:cxn modelId="{A2C618DD-F6D4-48F0-94E6-D6F50FEB5650}" srcId="{FC51399B-85A3-4F03-844C-AFFBDFAC29D3}" destId="{6C8A054B-8B58-418A-A232-D0A66B218BEF}" srcOrd="0" destOrd="0" parTransId="{304B1DEE-0548-48CB-9D45-88BCC2D90D96}" sibTransId="{1CC840D5-2971-4813-B658-D954983A04F8}"/>
    <dgm:cxn modelId="{2D70DBE0-702F-417F-B916-92B0BC6CE719}" type="presOf" srcId="{6C8A054B-8B58-418A-A232-D0A66B218BEF}" destId="{5FAFEBDB-2723-4738-AD26-2D54805C6F3A}" srcOrd="0" destOrd="0" presId="urn:microsoft.com/office/officeart/2005/8/layout/vList2"/>
    <dgm:cxn modelId="{8A5FF9E8-0A2A-4EB1-AC24-BDDEB33CF9DD}" srcId="{94EB1A2E-8F17-4F2D-8062-58C366983167}" destId="{82D3A0C0-CE68-4CBA-9541-94D7823F2D5E}" srcOrd="0" destOrd="0" parTransId="{9DE81C60-C03E-4CF6-B9AD-DF76421228BA}" sibTransId="{6DD67903-4339-4B78-9F37-95F2E8D3047B}"/>
    <dgm:cxn modelId="{57789AF4-CEDD-4FA0-A481-524B35E33C2C}" srcId="{F72DF4A8-BE21-4148-B17B-DF54973D4FAC}" destId="{949338B9-5F0F-4FC4-87A2-3F8AF5F023CA}" srcOrd="3" destOrd="0" parTransId="{297B4609-CA2A-47AB-A1D3-268BBD40727C}" sibTransId="{9C70D5C0-0CD7-4B1C-8E8C-2F6F86F20151}"/>
    <dgm:cxn modelId="{7C05A0F8-AD84-41FC-A5BD-1FC3CDFA5C9D}" type="presOf" srcId="{8105DDA1-8EE2-4BDA-A553-B50A7A12EE16}" destId="{E1D6F4FA-CB43-41C0-8F44-6A0D050F326C}" srcOrd="0" destOrd="0" presId="urn:microsoft.com/office/officeart/2005/8/layout/vList2"/>
    <dgm:cxn modelId="{C7AD393E-E63A-4AE5-B291-642254C84928}" type="presParOf" srcId="{BAB1895C-8E92-456C-9762-98087A833267}" destId="{94CD3E5E-2383-4554-87C2-0AEBC8EF679D}" srcOrd="0" destOrd="0" presId="urn:microsoft.com/office/officeart/2005/8/layout/vList2"/>
    <dgm:cxn modelId="{0CD90BDE-5128-464F-BE7E-35B38E99D704}" type="presParOf" srcId="{BAB1895C-8E92-456C-9762-98087A833267}" destId="{5FAFEBDB-2723-4738-AD26-2D54805C6F3A}" srcOrd="1" destOrd="0" presId="urn:microsoft.com/office/officeart/2005/8/layout/vList2"/>
    <dgm:cxn modelId="{06DB3887-2E47-48E6-9EE2-13CFAF7B3B54}" type="presParOf" srcId="{BAB1895C-8E92-456C-9762-98087A833267}" destId="{060F5EF6-1118-407E-8556-C2E76B6FAAAD}" srcOrd="2" destOrd="0" presId="urn:microsoft.com/office/officeart/2005/8/layout/vList2"/>
    <dgm:cxn modelId="{B7AED137-BB32-42F4-8604-C50AE97EAFB7}" type="presParOf" srcId="{BAB1895C-8E92-456C-9762-98087A833267}" destId="{907BC560-15AF-4B5B-977D-39B3A3C8BB74}" srcOrd="3" destOrd="0" presId="urn:microsoft.com/office/officeart/2005/8/layout/vList2"/>
    <dgm:cxn modelId="{9E749964-0FAC-4770-88A5-81BBAA3B7BB1}" type="presParOf" srcId="{BAB1895C-8E92-456C-9762-98087A833267}" destId="{662EC815-F0D1-469C-9838-B36091632822}" srcOrd="4" destOrd="0" presId="urn:microsoft.com/office/officeart/2005/8/layout/vList2"/>
    <dgm:cxn modelId="{651BD054-0591-4BB4-8331-6CF2D549B7F5}" type="presParOf" srcId="{BAB1895C-8E92-456C-9762-98087A833267}" destId="{3E8348B2-9534-4C04-B8B3-9507AEA44E34}" srcOrd="5" destOrd="0" presId="urn:microsoft.com/office/officeart/2005/8/layout/vList2"/>
    <dgm:cxn modelId="{4878072D-FA2D-46E4-A5A6-CC8ABC2AE2DA}" type="presParOf" srcId="{BAB1895C-8E92-456C-9762-98087A833267}" destId="{B6293DF4-494C-4C16-9268-2BABD5A77D27}" srcOrd="6" destOrd="0" presId="urn:microsoft.com/office/officeart/2005/8/layout/vList2"/>
    <dgm:cxn modelId="{EB613226-4FFD-4431-A4FB-7F093DE47721}" type="presParOf" srcId="{BAB1895C-8E92-456C-9762-98087A833267}" destId="{E1D6F4FA-CB43-41C0-8F44-6A0D050F326C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306CD24C-B377-4F10-A225-3838441BDC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543FC-C261-4CB9-A297-2D1B60B486F0}">
      <dgm:prSet/>
      <dgm:spPr/>
      <dgm:t>
        <a:bodyPr/>
        <a:lstStyle/>
        <a:p>
          <a:r>
            <a:rPr lang="fr-FR" b="1"/>
            <a:t>Modification apportée</a:t>
          </a:r>
          <a:endParaRPr lang="en-US"/>
        </a:p>
      </dgm:t>
    </dgm:pt>
    <dgm:pt modelId="{90AF0074-E2A5-4EEE-A79C-742EE386CF0C}" type="parTrans" cxnId="{07FDBA5C-E779-4DE0-87FC-F6F39F712CEE}">
      <dgm:prSet/>
      <dgm:spPr/>
      <dgm:t>
        <a:bodyPr/>
        <a:lstStyle/>
        <a:p>
          <a:endParaRPr lang="en-US"/>
        </a:p>
      </dgm:t>
    </dgm:pt>
    <dgm:pt modelId="{AA64E059-B78D-40C4-AF40-1D79BB2696CE}" type="sibTrans" cxnId="{07FDBA5C-E779-4DE0-87FC-F6F39F712CEE}">
      <dgm:prSet/>
      <dgm:spPr/>
      <dgm:t>
        <a:bodyPr/>
        <a:lstStyle/>
        <a:p>
          <a:endParaRPr lang="en-US"/>
        </a:p>
      </dgm:t>
    </dgm:pt>
    <dgm:pt modelId="{E1B1916D-967A-44CC-B3B6-9F42767504E5}">
      <dgm:prSet/>
      <dgm:spPr/>
      <dgm:t>
        <a:bodyPr/>
        <a:lstStyle/>
        <a:p>
          <a:r>
            <a:rPr lang="fr-FR" dirty="0"/>
            <a:t>Géométrie identique au Modèle 3</a:t>
          </a:r>
          <a:endParaRPr lang="en-US" dirty="0"/>
        </a:p>
      </dgm:t>
    </dgm:pt>
    <dgm:pt modelId="{A446CF99-7729-4DFF-993D-6FB541F5C1CB}" type="parTrans" cxnId="{6F5AEAEF-F5A9-476F-A66C-6B11E7C15A5B}">
      <dgm:prSet/>
      <dgm:spPr/>
      <dgm:t>
        <a:bodyPr/>
        <a:lstStyle/>
        <a:p>
          <a:endParaRPr lang="en-US"/>
        </a:p>
      </dgm:t>
    </dgm:pt>
    <dgm:pt modelId="{BC177E2D-137B-4D51-8AD0-11C6C1B9D430}" type="sibTrans" cxnId="{6F5AEAEF-F5A9-476F-A66C-6B11E7C15A5B}">
      <dgm:prSet/>
      <dgm:spPr/>
      <dgm:t>
        <a:bodyPr/>
        <a:lstStyle/>
        <a:p>
          <a:endParaRPr lang="en-US"/>
        </a:p>
      </dgm:t>
    </dgm:pt>
    <dgm:pt modelId="{A03B45E5-F2C1-4507-99FD-7E66D808F79B}">
      <dgm:prSet/>
      <dgm:spPr/>
      <dgm:t>
        <a:bodyPr/>
        <a:lstStyle/>
        <a:p>
          <a:r>
            <a:rPr lang="fr-FR" dirty="0"/>
            <a:t>Épaisseur :</a:t>
          </a:r>
          <a:endParaRPr lang="en-US" dirty="0"/>
        </a:p>
      </dgm:t>
    </dgm:pt>
    <dgm:pt modelId="{DF7733B1-C3B0-4ED5-A60A-49E2005BED9C}" type="parTrans" cxnId="{C7DA6EC6-A7A4-4570-886F-5F7F2DED8896}">
      <dgm:prSet/>
      <dgm:spPr/>
      <dgm:t>
        <a:bodyPr/>
        <a:lstStyle/>
        <a:p>
          <a:endParaRPr lang="en-US"/>
        </a:p>
      </dgm:t>
    </dgm:pt>
    <dgm:pt modelId="{8DA36A7E-7FE8-4D8B-A86E-C7370CF2EB7D}" type="sibTrans" cxnId="{C7DA6EC6-A7A4-4570-886F-5F7F2DED8896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09006E5A-04D9-482C-84B7-F5F47C9D5050}">
          <dgm:prSet/>
          <dgm:spPr/>
          <dgm:t>
            <a:bodyPr/>
            <a:lstStyle/>
            <a:p>
              <a:pPr/>
              <a14:m>
                <m:oMathPara xmlns:m="http://schemas.openxmlformats.org/officeDocument/2006/math">
                  <m:oMathParaPr>
                    <m:jc m:val="centerGroup"/>
                  </m:oMathParaPr>
                  <m:oMath xmlns:m="http://schemas.openxmlformats.org/officeDocument/2006/math">
                    <m:r>
                      <a:rPr lang="fr-FR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fr-FR" i="1"/>
                      <m:t> </m:t>
                    </m:r>
                    <m:r>
                      <m:rPr>
                        <m:nor/>
                      </m:rPr>
                      <a:rPr lang="fr-FR" i="1"/>
                      <m:t>cm</m:t>
                    </m:r>
                    <m:r>
                      <m:rPr>
                        <m:nor/>
                      </m:rPr>
                      <a:rPr lang="fr-FR" i="1"/>
                      <m:t>  </m:t>
                    </m:r>
                    <m:r>
                      <a:rPr lang="fr-FR"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fr-FR" i="1"/>
                      <m:t>  </m:t>
                    </m:r>
                    <m:r>
                      <a:rPr lang="fr-FR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fr-FR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nor/>
                      </m:rPr>
                      <a:rPr lang="fr-FR" i="1"/>
                      <m:t> </m:t>
                    </m:r>
                    <m:r>
                      <m:rPr>
                        <m:nor/>
                      </m:rPr>
                      <a:rPr lang="fr-FR" i="1"/>
                      <m:t>cm</m:t>
                    </m:r>
                  </m:oMath>
                </m:oMathPara>
              </a14:m>
              <a:endParaRPr lang="en-US" dirty="0"/>
            </a:p>
          </dgm:t>
        </dgm:pt>
      </mc:Choice>
      <mc:Fallback xmlns="">
        <dgm:pt modelId="{09006E5A-04D9-482C-84B7-F5F47C9D5050}">
          <dgm:prSet/>
          <dgm:spPr/>
          <dgm:t>
            <a:bodyPr/>
            <a:lstStyle/>
            <a:p>
              <a:r>
                <a:rPr lang="fr-FR" i="0"/>
                <a:t>𝑒=1</a:t>
              </a:r>
              <a:r>
                <a:rPr lang="fr-FR" i="0">
                  <a:latin typeface="Cambria Math" panose="02040503050406030204" pitchFamily="18" charset="0"/>
                </a:rPr>
                <a:t>" cm  </a:t>
              </a:r>
              <a:r>
                <a:rPr lang="fr-FR" i="0"/>
                <a:t>"→</a:t>
              </a:r>
              <a:r>
                <a:rPr lang="fr-FR" i="0">
                  <a:latin typeface="Cambria Math" panose="02040503050406030204" pitchFamily="18" charset="0"/>
                </a:rPr>
                <a:t>"  </a:t>
              </a:r>
              <a:r>
                <a:rPr lang="fr-FR" i="0"/>
                <a:t>" 𝑒=3</a:t>
              </a:r>
              <a:r>
                <a:rPr lang="fr-FR" i="0">
                  <a:latin typeface="Cambria Math" panose="02040503050406030204" pitchFamily="18" charset="0"/>
                </a:rPr>
                <a:t>" cm</a:t>
              </a:r>
              <a:r>
                <a:rPr lang="en-US" i="0"/>
                <a:t>"</a:t>
              </a:r>
              <a:endParaRPr lang="en-US" dirty="0"/>
            </a:p>
          </dgm:t>
        </dgm:pt>
      </mc:Fallback>
    </mc:AlternateContent>
    <dgm:pt modelId="{783C2CF0-2290-4E91-AFE9-ADFBA899967D}" type="parTrans" cxnId="{BBDFDC0B-4849-4DBE-BD87-CFA39B8B4CF7}">
      <dgm:prSet/>
      <dgm:spPr/>
      <dgm:t>
        <a:bodyPr/>
        <a:lstStyle/>
        <a:p>
          <a:endParaRPr lang="en-US"/>
        </a:p>
      </dgm:t>
    </dgm:pt>
    <dgm:pt modelId="{AA6DB693-6F2F-427A-83E7-F86EC00B1769}" type="sibTrans" cxnId="{BBDFDC0B-4849-4DBE-BD87-CFA39B8B4CF7}">
      <dgm:prSet/>
      <dgm:spPr/>
      <dgm:t>
        <a:bodyPr/>
        <a:lstStyle/>
        <a:p>
          <a:endParaRPr lang="en-US"/>
        </a:p>
      </dgm:t>
    </dgm:pt>
    <dgm:pt modelId="{B75BD8EB-E561-4774-A048-BA9B20AE3211}">
      <dgm:prSet/>
      <dgm:spPr/>
      <dgm:t>
        <a:bodyPr/>
        <a:lstStyle/>
        <a:p>
          <a:r>
            <a:rPr lang="fr-FR" b="1"/>
            <a:t>Objectif</a:t>
          </a:r>
          <a:endParaRPr lang="en-US"/>
        </a:p>
      </dgm:t>
    </dgm:pt>
    <dgm:pt modelId="{FB148609-0AD5-4010-A87F-6FD0383B1454}" type="parTrans" cxnId="{D09C625E-98FC-4047-B79B-F7175D138D5E}">
      <dgm:prSet/>
      <dgm:spPr/>
      <dgm:t>
        <a:bodyPr/>
        <a:lstStyle/>
        <a:p>
          <a:endParaRPr lang="en-US"/>
        </a:p>
      </dgm:t>
    </dgm:pt>
    <dgm:pt modelId="{A76E1F4C-EBC1-4D19-9212-1BB248A093AA}" type="sibTrans" cxnId="{D09C625E-98FC-4047-B79B-F7175D138D5E}">
      <dgm:prSet/>
      <dgm:spPr/>
      <dgm:t>
        <a:bodyPr/>
        <a:lstStyle/>
        <a:p>
          <a:endParaRPr lang="en-US"/>
        </a:p>
      </dgm:t>
    </dgm:pt>
    <dgm:pt modelId="{98AF2658-9BB3-417B-A9AC-F56F69C0E18E}">
      <dgm:prSet/>
      <dgm:spPr/>
      <dgm:t>
        <a:bodyPr/>
        <a:lstStyle/>
        <a:p>
          <a:r>
            <a:rPr lang="fr-FR" dirty="0"/>
            <a:t>Évaluer l’influence de la rigidité en flexion</a:t>
          </a:r>
          <a:endParaRPr lang="en-US" dirty="0"/>
        </a:p>
      </dgm:t>
    </dgm:pt>
    <dgm:pt modelId="{626DCAE6-E977-4539-899E-E7CAB53E9DF7}" type="parTrans" cxnId="{9D00A44E-4F90-487F-8F54-56DE74324C6C}">
      <dgm:prSet/>
      <dgm:spPr/>
      <dgm:t>
        <a:bodyPr/>
        <a:lstStyle/>
        <a:p>
          <a:endParaRPr lang="en-US"/>
        </a:p>
      </dgm:t>
    </dgm:pt>
    <dgm:pt modelId="{8B21629E-8092-439F-BE8F-2B70DA2A520D}" type="sibTrans" cxnId="{9D00A44E-4F90-487F-8F54-56DE74324C6C}">
      <dgm:prSet/>
      <dgm:spPr/>
      <dgm:t>
        <a:bodyPr/>
        <a:lstStyle/>
        <a:p>
          <a:endParaRPr lang="en-US"/>
        </a:p>
      </dgm:t>
    </dgm:pt>
    <dgm:pt modelId="{D4330A6C-9DEA-47DF-A7B8-D19C5A26F443}">
      <dgm:prSet/>
      <dgm:spPr/>
      <dgm:t>
        <a:bodyPr/>
        <a:lstStyle/>
        <a:p>
          <a:r>
            <a:rPr lang="fr-FR" dirty="0"/>
            <a:t>Comparer avec l’optimisation géométrique</a:t>
          </a:r>
          <a:endParaRPr lang="en-US" dirty="0"/>
        </a:p>
      </dgm:t>
    </dgm:pt>
    <dgm:pt modelId="{1DE81E72-9E95-4F25-9160-6BE5B17F7271}" type="parTrans" cxnId="{FF6E16B6-5F25-4828-9D39-147AEE234478}">
      <dgm:prSet/>
      <dgm:spPr/>
      <dgm:t>
        <a:bodyPr/>
        <a:lstStyle/>
        <a:p>
          <a:endParaRPr lang="en-US"/>
        </a:p>
      </dgm:t>
    </dgm:pt>
    <dgm:pt modelId="{E3B9E879-2224-45AE-B8F3-1BEAA3A65195}" type="sibTrans" cxnId="{FF6E16B6-5F25-4828-9D39-147AEE234478}">
      <dgm:prSet/>
      <dgm:spPr/>
      <dgm:t>
        <a:bodyPr/>
        <a:lstStyle/>
        <a:p>
          <a:endParaRPr lang="en-US"/>
        </a:p>
      </dgm:t>
    </dgm:pt>
    <dgm:pt modelId="{B416F132-D674-468D-A5BC-70D151231ADE}">
      <dgm:prSet/>
      <dgm:spPr/>
      <dgm:t>
        <a:bodyPr/>
        <a:lstStyle/>
        <a:p>
          <a:r>
            <a:rPr lang="fr-FR" b="1"/>
            <a:t>Hypothèses</a:t>
          </a:r>
          <a:endParaRPr lang="en-US"/>
        </a:p>
      </dgm:t>
    </dgm:pt>
    <dgm:pt modelId="{0A0F1C60-8146-4625-B6AB-A83A89317631}" type="parTrans" cxnId="{CCB4088D-0598-438A-83D3-677459A93060}">
      <dgm:prSet/>
      <dgm:spPr/>
      <dgm:t>
        <a:bodyPr/>
        <a:lstStyle/>
        <a:p>
          <a:endParaRPr lang="en-US"/>
        </a:p>
      </dgm:t>
    </dgm:pt>
    <dgm:pt modelId="{EBCE8AB1-7658-44A7-AD20-9E548C39D174}" type="sibTrans" cxnId="{CCB4088D-0598-438A-83D3-677459A93060}">
      <dgm:prSet/>
      <dgm:spPr/>
      <dgm:t>
        <a:bodyPr/>
        <a:lstStyle/>
        <a:p>
          <a:endParaRPr lang="en-US"/>
        </a:p>
      </dgm:t>
    </dgm:pt>
    <dgm:pt modelId="{C72A6E80-DDE4-498E-9E42-E57C616BDE65}">
      <dgm:prSet/>
      <dgm:spPr/>
      <dgm:t>
        <a:bodyPr/>
        <a:lstStyle/>
        <a:p>
          <a:r>
            <a:rPr lang="fr-FR" dirty="0"/>
            <a:t>Identiques aux modèles précédents</a:t>
          </a:r>
          <a:endParaRPr lang="en-US" dirty="0"/>
        </a:p>
      </dgm:t>
    </dgm:pt>
    <dgm:pt modelId="{817065A0-7958-4150-A642-0F8D139AF59C}" type="parTrans" cxnId="{E700AF7B-44CA-4970-9EAF-D69C14110189}">
      <dgm:prSet/>
      <dgm:spPr/>
      <dgm:t>
        <a:bodyPr/>
        <a:lstStyle/>
        <a:p>
          <a:endParaRPr lang="en-US"/>
        </a:p>
      </dgm:t>
    </dgm:pt>
    <dgm:pt modelId="{47872E38-0745-4F5F-B931-671C727BE964}" type="sibTrans" cxnId="{E700AF7B-44CA-4970-9EAF-D69C14110189}">
      <dgm:prSet/>
      <dgm:spPr/>
      <dgm:t>
        <a:bodyPr/>
        <a:lstStyle/>
        <a:p>
          <a:endParaRPr lang="en-US"/>
        </a:p>
      </dgm:t>
    </dgm:pt>
    <dgm:pt modelId="{0F90505B-51D8-4730-A5F9-722D3523CF20}">
      <dgm:prSet/>
      <dgm:spPr/>
      <dgm:t>
        <a:bodyPr/>
        <a:lstStyle/>
        <a:p>
          <a:r>
            <a:rPr lang="fr-FR" dirty="0"/>
            <a:t>Chargement : </a:t>
          </a:r>
          <a:r>
            <a:rPr lang="fr-FR" b="1" dirty="0"/>
            <a:t>poids propre</a:t>
          </a:r>
          <a:endParaRPr lang="en-US" dirty="0"/>
        </a:p>
      </dgm:t>
    </dgm:pt>
    <dgm:pt modelId="{F701CEA0-B9D8-4DD9-B83B-7EC92A98075D}" type="parTrans" cxnId="{347807A2-9854-4C04-9A00-F9E25813E299}">
      <dgm:prSet/>
      <dgm:spPr/>
      <dgm:t>
        <a:bodyPr/>
        <a:lstStyle/>
        <a:p>
          <a:endParaRPr lang="en-US"/>
        </a:p>
      </dgm:t>
    </dgm:pt>
    <dgm:pt modelId="{13879CD4-80BC-415C-A754-DAABD8D62916}" type="sibTrans" cxnId="{347807A2-9854-4C04-9A00-F9E25813E299}">
      <dgm:prSet/>
      <dgm:spPr/>
      <dgm:t>
        <a:bodyPr/>
        <a:lstStyle/>
        <a:p>
          <a:endParaRPr lang="en-US"/>
        </a:p>
      </dgm:t>
    </dgm:pt>
    <dgm:pt modelId="{F5D3F66A-570B-468F-95E2-16A42A57782E}" type="pres">
      <dgm:prSet presAssocID="{306CD24C-B377-4F10-A225-3838441BDC92}" presName="linear" presStyleCnt="0">
        <dgm:presLayoutVars>
          <dgm:animLvl val="lvl"/>
          <dgm:resizeHandles val="exact"/>
        </dgm:presLayoutVars>
      </dgm:prSet>
      <dgm:spPr/>
    </dgm:pt>
    <dgm:pt modelId="{D0C51774-1BD7-4087-8648-A828C8046C19}" type="pres">
      <dgm:prSet presAssocID="{15D543FC-C261-4CB9-A297-2D1B60B486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727BFB-340F-49F4-AF87-73597C4433FD}" type="pres">
      <dgm:prSet presAssocID="{15D543FC-C261-4CB9-A297-2D1B60B486F0}" presName="childText" presStyleLbl="revTx" presStyleIdx="0" presStyleCnt="3">
        <dgm:presLayoutVars>
          <dgm:bulletEnabled val="1"/>
        </dgm:presLayoutVars>
      </dgm:prSet>
      <dgm:spPr/>
    </dgm:pt>
    <dgm:pt modelId="{BFB6CCD0-CE27-4D21-8C2F-484411470954}" type="pres">
      <dgm:prSet presAssocID="{B75BD8EB-E561-4774-A048-BA9B20AE32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DD1FE2-C232-4EC1-BC23-1BEAEAFAFD3E}" type="pres">
      <dgm:prSet presAssocID="{B75BD8EB-E561-4774-A048-BA9B20AE3211}" presName="childText" presStyleLbl="revTx" presStyleIdx="1" presStyleCnt="3">
        <dgm:presLayoutVars>
          <dgm:bulletEnabled val="1"/>
        </dgm:presLayoutVars>
      </dgm:prSet>
      <dgm:spPr/>
    </dgm:pt>
    <dgm:pt modelId="{97E00C87-668C-45D6-97FD-94C6A56D9221}" type="pres">
      <dgm:prSet presAssocID="{B416F132-D674-468D-A5BC-70D151231AD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2F31688-EECD-4D63-A763-E7DBF6B707B0}" type="pres">
      <dgm:prSet presAssocID="{B416F132-D674-468D-A5BC-70D151231AD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BDFDC0B-4849-4DBE-BD87-CFA39B8B4CF7}" srcId="{15D543FC-C261-4CB9-A297-2D1B60B486F0}" destId="{09006E5A-04D9-482C-84B7-F5F47C9D5050}" srcOrd="2" destOrd="0" parTransId="{783C2CF0-2290-4E91-AFE9-ADFBA899967D}" sibTransId="{AA6DB693-6F2F-427A-83E7-F86EC00B1769}"/>
    <dgm:cxn modelId="{2758371A-8BF7-4F0D-BBD4-1AB6596B6080}" type="presOf" srcId="{C72A6E80-DDE4-498E-9E42-E57C616BDE65}" destId="{72F31688-EECD-4D63-A763-E7DBF6B707B0}" srcOrd="0" destOrd="0" presId="urn:microsoft.com/office/officeart/2005/8/layout/vList2"/>
    <dgm:cxn modelId="{48C82E22-9AB0-4297-AE15-709F0A334790}" type="presOf" srcId="{09006E5A-04D9-482C-84B7-F5F47C9D5050}" destId="{29727BFB-340F-49F4-AF87-73597C4433FD}" srcOrd="0" destOrd="2" presId="urn:microsoft.com/office/officeart/2005/8/layout/vList2"/>
    <dgm:cxn modelId="{DECB7A33-BC7A-48A7-BD62-9F7F2859DC6C}" type="presOf" srcId="{0F90505B-51D8-4730-A5F9-722D3523CF20}" destId="{72F31688-EECD-4D63-A763-E7DBF6B707B0}" srcOrd="0" destOrd="1" presId="urn:microsoft.com/office/officeart/2005/8/layout/vList2"/>
    <dgm:cxn modelId="{5E0C293A-0F8C-4202-BD55-E188C24E64E9}" type="presOf" srcId="{B416F132-D674-468D-A5BC-70D151231ADE}" destId="{97E00C87-668C-45D6-97FD-94C6A56D9221}" srcOrd="0" destOrd="0" presId="urn:microsoft.com/office/officeart/2005/8/layout/vList2"/>
    <dgm:cxn modelId="{07FDBA5C-E779-4DE0-87FC-F6F39F712CEE}" srcId="{306CD24C-B377-4F10-A225-3838441BDC92}" destId="{15D543FC-C261-4CB9-A297-2D1B60B486F0}" srcOrd="0" destOrd="0" parTransId="{90AF0074-E2A5-4EEE-A79C-742EE386CF0C}" sibTransId="{AA64E059-B78D-40C4-AF40-1D79BB2696CE}"/>
    <dgm:cxn modelId="{D09C625E-98FC-4047-B79B-F7175D138D5E}" srcId="{306CD24C-B377-4F10-A225-3838441BDC92}" destId="{B75BD8EB-E561-4774-A048-BA9B20AE3211}" srcOrd="1" destOrd="0" parTransId="{FB148609-0AD5-4010-A87F-6FD0383B1454}" sibTransId="{A76E1F4C-EBC1-4D19-9212-1BB248A093AA}"/>
    <dgm:cxn modelId="{09DBFE41-8084-4B9E-94C0-B746ACD6435A}" type="presOf" srcId="{E1B1916D-967A-44CC-B3B6-9F42767504E5}" destId="{29727BFB-340F-49F4-AF87-73597C4433FD}" srcOrd="0" destOrd="0" presId="urn:microsoft.com/office/officeart/2005/8/layout/vList2"/>
    <dgm:cxn modelId="{4A451E65-EA3C-4795-961F-169CBB272750}" type="presOf" srcId="{A03B45E5-F2C1-4507-99FD-7E66D808F79B}" destId="{29727BFB-340F-49F4-AF87-73597C4433FD}" srcOrd="0" destOrd="1" presId="urn:microsoft.com/office/officeart/2005/8/layout/vList2"/>
    <dgm:cxn modelId="{9D00A44E-4F90-487F-8F54-56DE74324C6C}" srcId="{B75BD8EB-E561-4774-A048-BA9B20AE3211}" destId="{98AF2658-9BB3-417B-A9AC-F56F69C0E18E}" srcOrd="0" destOrd="0" parTransId="{626DCAE6-E977-4539-899E-E7CAB53E9DF7}" sibTransId="{8B21629E-8092-439F-BE8F-2B70DA2A520D}"/>
    <dgm:cxn modelId="{0F7C296F-2497-4F2E-8098-F5A14CD75956}" type="presOf" srcId="{B75BD8EB-E561-4774-A048-BA9B20AE3211}" destId="{BFB6CCD0-CE27-4D21-8C2F-484411470954}" srcOrd="0" destOrd="0" presId="urn:microsoft.com/office/officeart/2005/8/layout/vList2"/>
    <dgm:cxn modelId="{90DCDC50-FD57-4700-B5E1-F5A953098B28}" type="presOf" srcId="{D4330A6C-9DEA-47DF-A7B8-D19C5A26F443}" destId="{08DD1FE2-C232-4EC1-BC23-1BEAEAFAFD3E}" srcOrd="0" destOrd="1" presId="urn:microsoft.com/office/officeart/2005/8/layout/vList2"/>
    <dgm:cxn modelId="{E7233C79-3B66-4FF0-9F87-496B8B30E74D}" type="presOf" srcId="{98AF2658-9BB3-417B-A9AC-F56F69C0E18E}" destId="{08DD1FE2-C232-4EC1-BC23-1BEAEAFAFD3E}" srcOrd="0" destOrd="0" presId="urn:microsoft.com/office/officeart/2005/8/layout/vList2"/>
    <dgm:cxn modelId="{E700AF7B-44CA-4970-9EAF-D69C14110189}" srcId="{B416F132-D674-468D-A5BC-70D151231ADE}" destId="{C72A6E80-DDE4-498E-9E42-E57C616BDE65}" srcOrd="0" destOrd="0" parTransId="{817065A0-7958-4150-A642-0F8D139AF59C}" sibTransId="{47872E38-0745-4F5F-B931-671C727BE964}"/>
    <dgm:cxn modelId="{CCB4088D-0598-438A-83D3-677459A93060}" srcId="{306CD24C-B377-4F10-A225-3838441BDC92}" destId="{B416F132-D674-468D-A5BC-70D151231ADE}" srcOrd="2" destOrd="0" parTransId="{0A0F1C60-8146-4625-B6AB-A83A89317631}" sibTransId="{EBCE8AB1-7658-44A7-AD20-9E548C39D174}"/>
    <dgm:cxn modelId="{347807A2-9854-4C04-9A00-F9E25813E299}" srcId="{B416F132-D674-468D-A5BC-70D151231ADE}" destId="{0F90505B-51D8-4730-A5F9-722D3523CF20}" srcOrd="1" destOrd="0" parTransId="{F701CEA0-B9D8-4DD9-B83B-7EC92A98075D}" sibTransId="{13879CD4-80BC-415C-A754-DAABD8D62916}"/>
    <dgm:cxn modelId="{FF6E16B6-5F25-4828-9D39-147AEE234478}" srcId="{B75BD8EB-E561-4774-A048-BA9B20AE3211}" destId="{D4330A6C-9DEA-47DF-A7B8-D19C5A26F443}" srcOrd="1" destOrd="0" parTransId="{1DE81E72-9E95-4F25-9160-6BE5B17F7271}" sibTransId="{E3B9E879-2224-45AE-B8F3-1BEAA3A65195}"/>
    <dgm:cxn modelId="{C7DA6EC6-A7A4-4570-886F-5F7F2DED8896}" srcId="{15D543FC-C261-4CB9-A297-2D1B60B486F0}" destId="{A03B45E5-F2C1-4507-99FD-7E66D808F79B}" srcOrd="1" destOrd="0" parTransId="{DF7733B1-C3B0-4ED5-A60A-49E2005BED9C}" sibTransId="{8DA36A7E-7FE8-4D8B-A86E-C7370CF2EB7D}"/>
    <dgm:cxn modelId="{719EF2DD-6FFD-4C7A-9061-F3DBBD1621B8}" type="presOf" srcId="{306CD24C-B377-4F10-A225-3838441BDC92}" destId="{F5D3F66A-570B-468F-95E2-16A42A57782E}" srcOrd="0" destOrd="0" presId="urn:microsoft.com/office/officeart/2005/8/layout/vList2"/>
    <dgm:cxn modelId="{388A1DEC-4A3E-4847-984C-307850E0977C}" type="presOf" srcId="{15D543FC-C261-4CB9-A297-2D1B60B486F0}" destId="{D0C51774-1BD7-4087-8648-A828C8046C19}" srcOrd="0" destOrd="0" presId="urn:microsoft.com/office/officeart/2005/8/layout/vList2"/>
    <dgm:cxn modelId="{6F5AEAEF-F5A9-476F-A66C-6B11E7C15A5B}" srcId="{15D543FC-C261-4CB9-A297-2D1B60B486F0}" destId="{E1B1916D-967A-44CC-B3B6-9F42767504E5}" srcOrd="0" destOrd="0" parTransId="{A446CF99-7729-4DFF-993D-6FB541F5C1CB}" sibTransId="{BC177E2D-137B-4D51-8AD0-11C6C1B9D430}"/>
    <dgm:cxn modelId="{9CBF69DA-DF28-40D6-9D2F-913477C83405}" type="presParOf" srcId="{F5D3F66A-570B-468F-95E2-16A42A57782E}" destId="{D0C51774-1BD7-4087-8648-A828C8046C19}" srcOrd="0" destOrd="0" presId="urn:microsoft.com/office/officeart/2005/8/layout/vList2"/>
    <dgm:cxn modelId="{BC1009A6-583D-4439-B283-43CC9E183F8C}" type="presParOf" srcId="{F5D3F66A-570B-468F-95E2-16A42A57782E}" destId="{29727BFB-340F-49F4-AF87-73597C4433FD}" srcOrd="1" destOrd="0" presId="urn:microsoft.com/office/officeart/2005/8/layout/vList2"/>
    <dgm:cxn modelId="{73B69BD8-DE01-44A4-B4B7-57C5F069032C}" type="presParOf" srcId="{F5D3F66A-570B-468F-95E2-16A42A57782E}" destId="{BFB6CCD0-CE27-4D21-8C2F-484411470954}" srcOrd="2" destOrd="0" presId="urn:microsoft.com/office/officeart/2005/8/layout/vList2"/>
    <dgm:cxn modelId="{7228A1C3-BA09-48F5-BEFA-CFB0915F164E}" type="presParOf" srcId="{F5D3F66A-570B-468F-95E2-16A42A57782E}" destId="{08DD1FE2-C232-4EC1-BC23-1BEAEAFAFD3E}" srcOrd="3" destOrd="0" presId="urn:microsoft.com/office/officeart/2005/8/layout/vList2"/>
    <dgm:cxn modelId="{84F959B4-35DD-4074-B3A2-47B9BFF22F58}" type="presParOf" srcId="{F5D3F66A-570B-468F-95E2-16A42A57782E}" destId="{97E00C87-668C-45D6-97FD-94C6A56D9221}" srcOrd="4" destOrd="0" presId="urn:microsoft.com/office/officeart/2005/8/layout/vList2"/>
    <dgm:cxn modelId="{95F487D6-A10E-4304-A1BC-A2BF85639164}" type="presParOf" srcId="{F5D3F66A-570B-468F-95E2-16A42A57782E}" destId="{72F31688-EECD-4D63-A763-E7DBF6B707B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306CD24C-B377-4F10-A225-3838441BDC9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5D543FC-C261-4CB9-A297-2D1B60B486F0}">
      <dgm:prSet/>
      <dgm:spPr/>
      <dgm:t>
        <a:bodyPr/>
        <a:lstStyle/>
        <a:p>
          <a:r>
            <a:rPr lang="fr-FR" b="1"/>
            <a:t>Modification apportée</a:t>
          </a:r>
          <a:endParaRPr lang="en-US"/>
        </a:p>
      </dgm:t>
    </dgm:pt>
    <dgm:pt modelId="{90AF0074-E2A5-4EEE-A79C-742EE386CF0C}" type="parTrans" cxnId="{07FDBA5C-E779-4DE0-87FC-F6F39F712CEE}">
      <dgm:prSet/>
      <dgm:spPr/>
      <dgm:t>
        <a:bodyPr/>
        <a:lstStyle/>
        <a:p>
          <a:endParaRPr lang="en-US"/>
        </a:p>
      </dgm:t>
    </dgm:pt>
    <dgm:pt modelId="{AA64E059-B78D-40C4-AF40-1D79BB2696CE}" type="sibTrans" cxnId="{07FDBA5C-E779-4DE0-87FC-F6F39F712CEE}">
      <dgm:prSet/>
      <dgm:spPr/>
      <dgm:t>
        <a:bodyPr/>
        <a:lstStyle/>
        <a:p>
          <a:endParaRPr lang="en-US"/>
        </a:p>
      </dgm:t>
    </dgm:pt>
    <dgm:pt modelId="{E1B1916D-967A-44CC-B3B6-9F42767504E5}">
      <dgm:prSet/>
      <dgm:spPr>
        <a:blipFill>
          <a:blip xmlns:r="http://schemas.openxmlformats.org/officeDocument/2006/relationships" r:embed="rId1"/>
          <a:stretch>
            <a:fillRect t="-7558" b="-9884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A446CF99-7729-4DFF-993D-6FB541F5C1CB}" type="parTrans" cxnId="{6F5AEAEF-F5A9-476F-A66C-6B11E7C15A5B}">
      <dgm:prSet/>
      <dgm:spPr/>
      <dgm:t>
        <a:bodyPr/>
        <a:lstStyle/>
        <a:p>
          <a:endParaRPr lang="en-US"/>
        </a:p>
      </dgm:t>
    </dgm:pt>
    <dgm:pt modelId="{BC177E2D-137B-4D51-8AD0-11C6C1B9D430}" type="sibTrans" cxnId="{6F5AEAEF-F5A9-476F-A66C-6B11E7C15A5B}">
      <dgm:prSet/>
      <dgm:spPr/>
      <dgm:t>
        <a:bodyPr/>
        <a:lstStyle/>
        <a:p>
          <a:endParaRPr lang="en-US"/>
        </a:p>
      </dgm:t>
    </dgm:pt>
    <dgm:pt modelId="{A03B45E5-F2C1-4507-99FD-7E66D808F79B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DF7733B1-C3B0-4ED5-A60A-49E2005BED9C}" type="parTrans" cxnId="{C7DA6EC6-A7A4-4570-886F-5F7F2DED8896}">
      <dgm:prSet/>
      <dgm:spPr/>
      <dgm:t>
        <a:bodyPr/>
        <a:lstStyle/>
        <a:p>
          <a:endParaRPr lang="en-US"/>
        </a:p>
      </dgm:t>
    </dgm:pt>
    <dgm:pt modelId="{8DA36A7E-7FE8-4D8B-A86E-C7370CF2EB7D}" type="sibTrans" cxnId="{C7DA6EC6-A7A4-4570-886F-5F7F2DED8896}">
      <dgm:prSet/>
      <dgm:spPr/>
      <dgm:t>
        <a:bodyPr/>
        <a:lstStyle/>
        <a:p>
          <a:endParaRPr lang="en-US"/>
        </a:p>
      </dgm:t>
    </dgm:pt>
    <dgm:pt modelId="{09006E5A-04D9-482C-84B7-F5F47C9D5050}">
      <dgm:prSet/>
      <dgm:spPr/>
      <dgm:t>
        <a:bodyPr/>
        <a:lstStyle/>
        <a:p>
          <a:r>
            <a:rPr lang="en-US">
              <a:noFill/>
            </a:rPr>
            <a:t> </a:t>
          </a:r>
        </a:p>
      </dgm:t>
    </dgm:pt>
    <dgm:pt modelId="{783C2CF0-2290-4E91-AFE9-ADFBA899967D}" type="parTrans" cxnId="{BBDFDC0B-4849-4DBE-BD87-CFA39B8B4CF7}">
      <dgm:prSet/>
      <dgm:spPr/>
      <dgm:t>
        <a:bodyPr/>
        <a:lstStyle/>
        <a:p>
          <a:endParaRPr lang="en-US"/>
        </a:p>
      </dgm:t>
    </dgm:pt>
    <dgm:pt modelId="{AA6DB693-6F2F-427A-83E7-F86EC00B1769}" type="sibTrans" cxnId="{BBDFDC0B-4849-4DBE-BD87-CFA39B8B4CF7}">
      <dgm:prSet/>
      <dgm:spPr/>
      <dgm:t>
        <a:bodyPr/>
        <a:lstStyle/>
        <a:p>
          <a:endParaRPr lang="en-US"/>
        </a:p>
      </dgm:t>
    </dgm:pt>
    <dgm:pt modelId="{B75BD8EB-E561-4774-A048-BA9B20AE3211}">
      <dgm:prSet/>
      <dgm:spPr/>
      <dgm:t>
        <a:bodyPr/>
        <a:lstStyle/>
        <a:p>
          <a:r>
            <a:rPr lang="fr-FR" b="1"/>
            <a:t>Objectif</a:t>
          </a:r>
          <a:endParaRPr lang="en-US"/>
        </a:p>
      </dgm:t>
    </dgm:pt>
    <dgm:pt modelId="{FB148609-0AD5-4010-A87F-6FD0383B1454}" type="parTrans" cxnId="{D09C625E-98FC-4047-B79B-F7175D138D5E}">
      <dgm:prSet/>
      <dgm:spPr/>
      <dgm:t>
        <a:bodyPr/>
        <a:lstStyle/>
        <a:p>
          <a:endParaRPr lang="en-US"/>
        </a:p>
      </dgm:t>
    </dgm:pt>
    <dgm:pt modelId="{A76E1F4C-EBC1-4D19-9212-1BB248A093AA}" type="sibTrans" cxnId="{D09C625E-98FC-4047-B79B-F7175D138D5E}">
      <dgm:prSet/>
      <dgm:spPr/>
      <dgm:t>
        <a:bodyPr/>
        <a:lstStyle/>
        <a:p>
          <a:endParaRPr lang="en-US"/>
        </a:p>
      </dgm:t>
    </dgm:pt>
    <dgm:pt modelId="{98AF2658-9BB3-417B-A9AC-F56F69C0E18E}">
      <dgm:prSet/>
      <dgm:spPr/>
      <dgm:t>
        <a:bodyPr/>
        <a:lstStyle/>
        <a:p>
          <a:r>
            <a:rPr lang="fr-FR" dirty="0"/>
            <a:t>Évaluer l’influence de la rigidité en flexion</a:t>
          </a:r>
          <a:endParaRPr lang="en-US" dirty="0"/>
        </a:p>
      </dgm:t>
    </dgm:pt>
    <dgm:pt modelId="{626DCAE6-E977-4539-899E-E7CAB53E9DF7}" type="parTrans" cxnId="{9D00A44E-4F90-487F-8F54-56DE74324C6C}">
      <dgm:prSet/>
      <dgm:spPr/>
      <dgm:t>
        <a:bodyPr/>
        <a:lstStyle/>
        <a:p>
          <a:endParaRPr lang="en-US"/>
        </a:p>
      </dgm:t>
    </dgm:pt>
    <dgm:pt modelId="{8B21629E-8092-439F-BE8F-2B70DA2A520D}" type="sibTrans" cxnId="{9D00A44E-4F90-487F-8F54-56DE74324C6C}">
      <dgm:prSet/>
      <dgm:spPr/>
      <dgm:t>
        <a:bodyPr/>
        <a:lstStyle/>
        <a:p>
          <a:endParaRPr lang="en-US"/>
        </a:p>
      </dgm:t>
    </dgm:pt>
    <dgm:pt modelId="{D4330A6C-9DEA-47DF-A7B8-D19C5A26F443}">
      <dgm:prSet/>
      <dgm:spPr/>
      <dgm:t>
        <a:bodyPr/>
        <a:lstStyle/>
        <a:p>
          <a:r>
            <a:rPr lang="fr-FR" dirty="0"/>
            <a:t>Comparer avec l’optimisation géométrique</a:t>
          </a:r>
          <a:endParaRPr lang="en-US" dirty="0"/>
        </a:p>
      </dgm:t>
    </dgm:pt>
    <dgm:pt modelId="{1DE81E72-9E95-4F25-9160-6BE5B17F7271}" type="parTrans" cxnId="{FF6E16B6-5F25-4828-9D39-147AEE234478}">
      <dgm:prSet/>
      <dgm:spPr/>
      <dgm:t>
        <a:bodyPr/>
        <a:lstStyle/>
        <a:p>
          <a:endParaRPr lang="en-US"/>
        </a:p>
      </dgm:t>
    </dgm:pt>
    <dgm:pt modelId="{E3B9E879-2224-45AE-B8F3-1BEAA3A65195}" type="sibTrans" cxnId="{FF6E16B6-5F25-4828-9D39-147AEE234478}">
      <dgm:prSet/>
      <dgm:spPr/>
      <dgm:t>
        <a:bodyPr/>
        <a:lstStyle/>
        <a:p>
          <a:endParaRPr lang="en-US"/>
        </a:p>
      </dgm:t>
    </dgm:pt>
    <dgm:pt modelId="{B416F132-D674-468D-A5BC-70D151231ADE}">
      <dgm:prSet/>
      <dgm:spPr/>
      <dgm:t>
        <a:bodyPr/>
        <a:lstStyle/>
        <a:p>
          <a:r>
            <a:rPr lang="fr-FR" b="1"/>
            <a:t>Hypothèses</a:t>
          </a:r>
          <a:endParaRPr lang="en-US"/>
        </a:p>
      </dgm:t>
    </dgm:pt>
    <dgm:pt modelId="{0A0F1C60-8146-4625-B6AB-A83A89317631}" type="parTrans" cxnId="{CCB4088D-0598-438A-83D3-677459A93060}">
      <dgm:prSet/>
      <dgm:spPr/>
      <dgm:t>
        <a:bodyPr/>
        <a:lstStyle/>
        <a:p>
          <a:endParaRPr lang="en-US"/>
        </a:p>
      </dgm:t>
    </dgm:pt>
    <dgm:pt modelId="{EBCE8AB1-7658-44A7-AD20-9E548C39D174}" type="sibTrans" cxnId="{CCB4088D-0598-438A-83D3-677459A93060}">
      <dgm:prSet/>
      <dgm:spPr/>
      <dgm:t>
        <a:bodyPr/>
        <a:lstStyle/>
        <a:p>
          <a:endParaRPr lang="en-US"/>
        </a:p>
      </dgm:t>
    </dgm:pt>
    <dgm:pt modelId="{C72A6E80-DDE4-498E-9E42-E57C616BDE65}">
      <dgm:prSet/>
      <dgm:spPr/>
      <dgm:t>
        <a:bodyPr/>
        <a:lstStyle/>
        <a:p>
          <a:r>
            <a:rPr lang="fr-FR" dirty="0"/>
            <a:t>Identiques aux modèles précédents</a:t>
          </a:r>
          <a:endParaRPr lang="en-US" dirty="0"/>
        </a:p>
      </dgm:t>
    </dgm:pt>
    <dgm:pt modelId="{817065A0-7958-4150-A642-0F8D139AF59C}" type="parTrans" cxnId="{E700AF7B-44CA-4970-9EAF-D69C14110189}">
      <dgm:prSet/>
      <dgm:spPr/>
      <dgm:t>
        <a:bodyPr/>
        <a:lstStyle/>
        <a:p>
          <a:endParaRPr lang="en-US"/>
        </a:p>
      </dgm:t>
    </dgm:pt>
    <dgm:pt modelId="{47872E38-0745-4F5F-B931-671C727BE964}" type="sibTrans" cxnId="{E700AF7B-44CA-4970-9EAF-D69C14110189}">
      <dgm:prSet/>
      <dgm:spPr/>
      <dgm:t>
        <a:bodyPr/>
        <a:lstStyle/>
        <a:p>
          <a:endParaRPr lang="en-US"/>
        </a:p>
      </dgm:t>
    </dgm:pt>
    <dgm:pt modelId="{0F90505B-51D8-4730-A5F9-722D3523CF20}">
      <dgm:prSet/>
      <dgm:spPr/>
      <dgm:t>
        <a:bodyPr/>
        <a:lstStyle/>
        <a:p>
          <a:r>
            <a:rPr lang="fr-FR" dirty="0"/>
            <a:t>Chargement : </a:t>
          </a:r>
          <a:r>
            <a:rPr lang="fr-FR" b="1" dirty="0"/>
            <a:t>poids propre</a:t>
          </a:r>
          <a:endParaRPr lang="en-US" dirty="0"/>
        </a:p>
      </dgm:t>
    </dgm:pt>
    <dgm:pt modelId="{F701CEA0-B9D8-4DD9-B83B-7EC92A98075D}" type="parTrans" cxnId="{347807A2-9854-4C04-9A00-F9E25813E299}">
      <dgm:prSet/>
      <dgm:spPr/>
      <dgm:t>
        <a:bodyPr/>
        <a:lstStyle/>
        <a:p>
          <a:endParaRPr lang="en-US"/>
        </a:p>
      </dgm:t>
    </dgm:pt>
    <dgm:pt modelId="{13879CD4-80BC-415C-A754-DAABD8D62916}" type="sibTrans" cxnId="{347807A2-9854-4C04-9A00-F9E25813E299}">
      <dgm:prSet/>
      <dgm:spPr/>
      <dgm:t>
        <a:bodyPr/>
        <a:lstStyle/>
        <a:p>
          <a:endParaRPr lang="en-US"/>
        </a:p>
      </dgm:t>
    </dgm:pt>
    <dgm:pt modelId="{F5D3F66A-570B-468F-95E2-16A42A57782E}" type="pres">
      <dgm:prSet presAssocID="{306CD24C-B377-4F10-A225-3838441BDC92}" presName="linear" presStyleCnt="0">
        <dgm:presLayoutVars>
          <dgm:animLvl val="lvl"/>
          <dgm:resizeHandles val="exact"/>
        </dgm:presLayoutVars>
      </dgm:prSet>
      <dgm:spPr/>
    </dgm:pt>
    <dgm:pt modelId="{D0C51774-1BD7-4087-8648-A828C8046C19}" type="pres">
      <dgm:prSet presAssocID="{15D543FC-C261-4CB9-A297-2D1B60B486F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29727BFB-340F-49F4-AF87-73597C4433FD}" type="pres">
      <dgm:prSet presAssocID="{15D543FC-C261-4CB9-A297-2D1B60B486F0}" presName="childText" presStyleLbl="revTx" presStyleIdx="0" presStyleCnt="3">
        <dgm:presLayoutVars>
          <dgm:bulletEnabled val="1"/>
        </dgm:presLayoutVars>
      </dgm:prSet>
      <dgm:spPr/>
    </dgm:pt>
    <dgm:pt modelId="{BFB6CCD0-CE27-4D21-8C2F-484411470954}" type="pres">
      <dgm:prSet presAssocID="{B75BD8EB-E561-4774-A048-BA9B20AE3211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08DD1FE2-C232-4EC1-BC23-1BEAEAFAFD3E}" type="pres">
      <dgm:prSet presAssocID="{B75BD8EB-E561-4774-A048-BA9B20AE3211}" presName="childText" presStyleLbl="revTx" presStyleIdx="1" presStyleCnt="3">
        <dgm:presLayoutVars>
          <dgm:bulletEnabled val="1"/>
        </dgm:presLayoutVars>
      </dgm:prSet>
      <dgm:spPr/>
    </dgm:pt>
    <dgm:pt modelId="{97E00C87-668C-45D6-97FD-94C6A56D9221}" type="pres">
      <dgm:prSet presAssocID="{B416F132-D674-468D-A5BC-70D151231ADE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72F31688-EECD-4D63-A763-E7DBF6B707B0}" type="pres">
      <dgm:prSet presAssocID="{B416F132-D674-468D-A5BC-70D151231ADE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BBDFDC0B-4849-4DBE-BD87-CFA39B8B4CF7}" srcId="{15D543FC-C261-4CB9-A297-2D1B60B486F0}" destId="{09006E5A-04D9-482C-84B7-F5F47C9D5050}" srcOrd="2" destOrd="0" parTransId="{783C2CF0-2290-4E91-AFE9-ADFBA899967D}" sibTransId="{AA6DB693-6F2F-427A-83E7-F86EC00B1769}"/>
    <dgm:cxn modelId="{2758371A-8BF7-4F0D-BBD4-1AB6596B6080}" type="presOf" srcId="{C72A6E80-DDE4-498E-9E42-E57C616BDE65}" destId="{72F31688-EECD-4D63-A763-E7DBF6B707B0}" srcOrd="0" destOrd="0" presId="urn:microsoft.com/office/officeart/2005/8/layout/vList2"/>
    <dgm:cxn modelId="{48C82E22-9AB0-4297-AE15-709F0A334790}" type="presOf" srcId="{09006E5A-04D9-482C-84B7-F5F47C9D5050}" destId="{29727BFB-340F-49F4-AF87-73597C4433FD}" srcOrd="0" destOrd="2" presId="urn:microsoft.com/office/officeart/2005/8/layout/vList2"/>
    <dgm:cxn modelId="{DECB7A33-BC7A-48A7-BD62-9F7F2859DC6C}" type="presOf" srcId="{0F90505B-51D8-4730-A5F9-722D3523CF20}" destId="{72F31688-EECD-4D63-A763-E7DBF6B707B0}" srcOrd="0" destOrd="1" presId="urn:microsoft.com/office/officeart/2005/8/layout/vList2"/>
    <dgm:cxn modelId="{5E0C293A-0F8C-4202-BD55-E188C24E64E9}" type="presOf" srcId="{B416F132-D674-468D-A5BC-70D151231ADE}" destId="{97E00C87-668C-45D6-97FD-94C6A56D9221}" srcOrd="0" destOrd="0" presId="urn:microsoft.com/office/officeart/2005/8/layout/vList2"/>
    <dgm:cxn modelId="{07FDBA5C-E779-4DE0-87FC-F6F39F712CEE}" srcId="{306CD24C-B377-4F10-A225-3838441BDC92}" destId="{15D543FC-C261-4CB9-A297-2D1B60B486F0}" srcOrd="0" destOrd="0" parTransId="{90AF0074-E2A5-4EEE-A79C-742EE386CF0C}" sibTransId="{AA64E059-B78D-40C4-AF40-1D79BB2696CE}"/>
    <dgm:cxn modelId="{D09C625E-98FC-4047-B79B-F7175D138D5E}" srcId="{306CD24C-B377-4F10-A225-3838441BDC92}" destId="{B75BD8EB-E561-4774-A048-BA9B20AE3211}" srcOrd="1" destOrd="0" parTransId="{FB148609-0AD5-4010-A87F-6FD0383B1454}" sibTransId="{A76E1F4C-EBC1-4D19-9212-1BB248A093AA}"/>
    <dgm:cxn modelId="{09DBFE41-8084-4B9E-94C0-B746ACD6435A}" type="presOf" srcId="{E1B1916D-967A-44CC-B3B6-9F42767504E5}" destId="{29727BFB-340F-49F4-AF87-73597C4433FD}" srcOrd="0" destOrd="0" presId="urn:microsoft.com/office/officeart/2005/8/layout/vList2"/>
    <dgm:cxn modelId="{4A451E65-EA3C-4795-961F-169CBB272750}" type="presOf" srcId="{A03B45E5-F2C1-4507-99FD-7E66D808F79B}" destId="{29727BFB-340F-49F4-AF87-73597C4433FD}" srcOrd="0" destOrd="1" presId="urn:microsoft.com/office/officeart/2005/8/layout/vList2"/>
    <dgm:cxn modelId="{9D00A44E-4F90-487F-8F54-56DE74324C6C}" srcId="{B75BD8EB-E561-4774-A048-BA9B20AE3211}" destId="{98AF2658-9BB3-417B-A9AC-F56F69C0E18E}" srcOrd="0" destOrd="0" parTransId="{626DCAE6-E977-4539-899E-E7CAB53E9DF7}" sibTransId="{8B21629E-8092-439F-BE8F-2B70DA2A520D}"/>
    <dgm:cxn modelId="{0F7C296F-2497-4F2E-8098-F5A14CD75956}" type="presOf" srcId="{B75BD8EB-E561-4774-A048-BA9B20AE3211}" destId="{BFB6CCD0-CE27-4D21-8C2F-484411470954}" srcOrd="0" destOrd="0" presId="urn:microsoft.com/office/officeart/2005/8/layout/vList2"/>
    <dgm:cxn modelId="{90DCDC50-FD57-4700-B5E1-F5A953098B28}" type="presOf" srcId="{D4330A6C-9DEA-47DF-A7B8-D19C5A26F443}" destId="{08DD1FE2-C232-4EC1-BC23-1BEAEAFAFD3E}" srcOrd="0" destOrd="1" presId="urn:microsoft.com/office/officeart/2005/8/layout/vList2"/>
    <dgm:cxn modelId="{E7233C79-3B66-4FF0-9F87-496B8B30E74D}" type="presOf" srcId="{98AF2658-9BB3-417B-A9AC-F56F69C0E18E}" destId="{08DD1FE2-C232-4EC1-BC23-1BEAEAFAFD3E}" srcOrd="0" destOrd="0" presId="urn:microsoft.com/office/officeart/2005/8/layout/vList2"/>
    <dgm:cxn modelId="{E700AF7B-44CA-4970-9EAF-D69C14110189}" srcId="{B416F132-D674-468D-A5BC-70D151231ADE}" destId="{C72A6E80-DDE4-498E-9E42-E57C616BDE65}" srcOrd="0" destOrd="0" parTransId="{817065A0-7958-4150-A642-0F8D139AF59C}" sibTransId="{47872E38-0745-4F5F-B931-671C727BE964}"/>
    <dgm:cxn modelId="{CCB4088D-0598-438A-83D3-677459A93060}" srcId="{306CD24C-B377-4F10-A225-3838441BDC92}" destId="{B416F132-D674-468D-A5BC-70D151231ADE}" srcOrd="2" destOrd="0" parTransId="{0A0F1C60-8146-4625-B6AB-A83A89317631}" sibTransId="{EBCE8AB1-7658-44A7-AD20-9E548C39D174}"/>
    <dgm:cxn modelId="{347807A2-9854-4C04-9A00-F9E25813E299}" srcId="{B416F132-D674-468D-A5BC-70D151231ADE}" destId="{0F90505B-51D8-4730-A5F9-722D3523CF20}" srcOrd="1" destOrd="0" parTransId="{F701CEA0-B9D8-4DD9-B83B-7EC92A98075D}" sibTransId="{13879CD4-80BC-415C-A754-DAABD8D62916}"/>
    <dgm:cxn modelId="{FF6E16B6-5F25-4828-9D39-147AEE234478}" srcId="{B75BD8EB-E561-4774-A048-BA9B20AE3211}" destId="{D4330A6C-9DEA-47DF-A7B8-D19C5A26F443}" srcOrd="1" destOrd="0" parTransId="{1DE81E72-9E95-4F25-9160-6BE5B17F7271}" sibTransId="{E3B9E879-2224-45AE-B8F3-1BEAA3A65195}"/>
    <dgm:cxn modelId="{C7DA6EC6-A7A4-4570-886F-5F7F2DED8896}" srcId="{15D543FC-C261-4CB9-A297-2D1B60B486F0}" destId="{A03B45E5-F2C1-4507-99FD-7E66D808F79B}" srcOrd="1" destOrd="0" parTransId="{DF7733B1-C3B0-4ED5-A60A-49E2005BED9C}" sibTransId="{8DA36A7E-7FE8-4D8B-A86E-C7370CF2EB7D}"/>
    <dgm:cxn modelId="{719EF2DD-6FFD-4C7A-9061-F3DBBD1621B8}" type="presOf" srcId="{306CD24C-B377-4F10-A225-3838441BDC92}" destId="{F5D3F66A-570B-468F-95E2-16A42A57782E}" srcOrd="0" destOrd="0" presId="urn:microsoft.com/office/officeart/2005/8/layout/vList2"/>
    <dgm:cxn modelId="{388A1DEC-4A3E-4847-984C-307850E0977C}" type="presOf" srcId="{15D543FC-C261-4CB9-A297-2D1B60B486F0}" destId="{D0C51774-1BD7-4087-8648-A828C8046C19}" srcOrd="0" destOrd="0" presId="urn:microsoft.com/office/officeart/2005/8/layout/vList2"/>
    <dgm:cxn modelId="{6F5AEAEF-F5A9-476F-A66C-6B11E7C15A5B}" srcId="{15D543FC-C261-4CB9-A297-2D1B60B486F0}" destId="{E1B1916D-967A-44CC-B3B6-9F42767504E5}" srcOrd="0" destOrd="0" parTransId="{A446CF99-7729-4DFF-993D-6FB541F5C1CB}" sibTransId="{BC177E2D-137B-4D51-8AD0-11C6C1B9D430}"/>
    <dgm:cxn modelId="{9CBF69DA-DF28-40D6-9D2F-913477C83405}" type="presParOf" srcId="{F5D3F66A-570B-468F-95E2-16A42A57782E}" destId="{D0C51774-1BD7-4087-8648-A828C8046C19}" srcOrd="0" destOrd="0" presId="urn:microsoft.com/office/officeart/2005/8/layout/vList2"/>
    <dgm:cxn modelId="{BC1009A6-583D-4439-B283-43CC9E183F8C}" type="presParOf" srcId="{F5D3F66A-570B-468F-95E2-16A42A57782E}" destId="{29727BFB-340F-49F4-AF87-73597C4433FD}" srcOrd="1" destOrd="0" presId="urn:microsoft.com/office/officeart/2005/8/layout/vList2"/>
    <dgm:cxn modelId="{73B69BD8-DE01-44A4-B4B7-57C5F069032C}" type="presParOf" srcId="{F5D3F66A-570B-468F-95E2-16A42A57782E}" destId="{BFB6CCD0-CE27-4D21-8C2F-484411470954}" srcOrd="2" destOrd="0" presId="urn:microsoft.com/office/officeart/2005/8/layout/vList2"/>
    <dgm:cxn modelId="{7228A1C3-BA09-48F5-BEFA-CFB0915F164E}" type="presParOf" srcId="{F5D3F66A-570B-468F-95E2-16A42A57782E}" destId="{08DD1FE2-C232-4EC1-BC23-1BEAEAFAFD3E}" srcOrd="3" destOrd="0" presId="urn:microsoft.com/office/officeart/2005/8/layout/vList2"/>
    <dgm:cxn modelId="{84F959B4-35DD-4074-B3A2-47B9BFF22F58}" type="presParOf" srcId="{F5D3F66A-570B-468F-95E2-16A42A57782E}" destId="{97E00C87-668C-45D6-97FD-94C6A56D9221}" srcOrd="4" destOrd="0" presId="urn:microsoft.com/office/officeart/2005/8/layout/vList2"/>
    <dgm:cxn modelId="{95F487D6-A10E-4304-A1BC-A2BF85639164}" type="presParOf" srcId="{F5D3F66A-570B-468F-95E2-16A42A57782E}" destId="{72F31688-EECD-4D63-A763-E7DBF6B707B0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D773E18D-5F39-4795-98FD-EC4A7B7DA2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73D718C-1FE2-444F-B782-277BAEC536A2}">
      <dgm:prSet/>
      <dgm:spPr/>
      <dgm:t>
        <a:bodyPr/>
        <a:lstStyle/>
        <a:p>
          <a:r>
            <a:rPr lang="fr-FR" b="1"/>
            <a:t>Limites de l’étude</a:t>
          </a:r>
          <a:endParaRPr lang="en-US"/>
        </a:p>
      </dgm:t>
    </dgm:pt>
    <dgm:pt modelId="{E39EE55E-907D-4E14-A1CC-DC32562901EE}" type="parTrans" cxnId="{912D44CD-58D0-4594-A699-CEA58A2F197F}">
      <dgm:prSet/>
      <dgm:spPr/>
      <dgm:t>
        <a:bodyPr/>
        <a:lstStyle/>
        <a:p>
          <a:endParaRPr lang="en-US"/>
        </a:p>
      </dgm:t>
    </dgm:pt>
    <dgm:pt modelId="{2A7759A2-6932-455A-8385-9A4CCC8B4A68}" type="sibTrans" cxnId="{912D44CD-58D0-4594-A699-CEA58A2F197F}">
      <dgm:prSet/>
      <dgm:spPr/>
      <dgm:t>
        <a:bodyPr/>
        <a:lstStyle/>
        <a:p>
          <a:endParaRPr lang="en-US"/>
        </a:p>
      </dgm:t>
    </dgm:pt>
    <dgm:pt modelId="{B6D533CB-466F-4DDA-A911-8F6847D19746}">
      <dgm:prSet/>
      <dgm:spPr/>
      <dgm:t>
        <a:bodyPr/>
        <a:lstStyle/>
        <a:p>
          <a:r>
            <a:rPr lang="fr-FR" dirty="0"/>
            <a:t>Analyse de flambement </a:t>
          </a:r>
          <a:r>
            <a:rPr lang="fr-FR" b="1" dirty="0"/>
            <a:t>linéaire</a:t>
          </a:r>
          <a:endParaRPr lang="en-US" dirty="0"/>
        </a:p>
      </dgm:t>
    </dgm:pt>
    <dgm:pt modelId="{F5AEA6A7-EBB0-4F66-A3D8-9FA3E107ECCD}" type="parTrans" cxnId="{7FC8ECBE-064E-44FA-B410-FE504EBB9CA7}">
      <dgm:prSet/>
      <dgm:spPr/>
      <dgm:t>
        <a:bodyPr/>
        <a:lstStyle/>
        <a:p>
          <a:endParaRPr lang="en-US"/>
        </a:p>
      </dgm:t>
    </dgm:pt>
    <dgm:pt modelId="{B1784151-14C3-4023-8005-EB2EEA8CB1AC}" type="sibTrans" cxnId="{7FC8ECBE-064E-44FA-B410-FE504EBB9CA7}">
      <dgm:prSet/>
      <dgm:spPr/>
      <dgm:t>
        <a:bodyPr/>
        <a:lstStyle/>
        <a:p>
          <a:endParaRPr lang="en-US"/>
        </a:p>
      </dgm:t>
    </dgm:pt>
    <dgm:pt modelId="{0726BB4D-ADB5-43C3-B095-EAB56545D83B}">
      <dgm:prSet/>
      <dgm:spPr/>
      <dgm:t>
        <a:bodyPr/>
        <a:lstStyle/>
        <a:p>
          <a:r>
            <a:rPr lang="fr-FR" dirty="0"/>
            <a:t>Absence d’imperfections géométriques</a:t>
          </a:r>
          <a:endParaRPr lang="en-US" dirty="0"/>
        </a:p>
      </dgm:t>
    </dgm:pt>
    <dgm:pt modelId="{9A85ECEE-4F61-4EF6-8779-95A841C7A9CD}" type="parTrans" cxnId="{4D3A463D-657B-4A51-ADEA-320029EE38BD}">
      <dgm:prSet/>
      <dgm:spPr/>
      <dgm:t>
        <a:bodyPr/>
        <a:lstStyle/>
        <a:p>
          <a:endParaRPr lang="en-US"/>
        </a:p>
      </dgm:t>
    </dgm:pt>
    <dgm:pt modelId="{B24A0206-DE35-4C95-A1E5-730425975842}" type="sibTrans" cxnId="{4D3A463D-657B-4A51-ADEA-320029EE38BD}">
      <dgm:prSet/>
      <dgm:spPr/>
      <dgm:t>
        <a:bodyPr/>
        <a:lstStyle/>
        <a:p>
          <a:endParaRPr lang="en-US"/>
        </a:p>
      </dgm:t>
    </dgm:pt>
    <dgm:pt modelId="{7AB93496-CF59-4BD0-A7D5-D110BA774E3D}">
      <dgm:prSet/>
      <dgm:spPr/>
      <dgm:t>
        <a:bodyPr/>
        <a:lstStyle/>
        <a:p>
          <a:r>
            <a:rPr lang="fr-FR" dirty="0"/>
            <a:t>Résultats correspondant à une </a:t>
          </a:r>
          <a:r>
            <a:rPr lang="fr-FR"/>
            <a:t>limite théorique</a:t>
          </a:r>
          <a:endParaRPr lang="en-US" dirty="0"/>
        </a:p>
      </dgm:t>
    </dgm:pt>
    <dgm:pt modelId="{A1A731EF-FC0E-4D54-AFFE-2FAEAAD31305}" type="parTrans" cxnId="{77B4E405-593A-485B-A7B5-BE178006300E}">
      <dgm:prSet/>
      <dgm:spPr/>
      <dgm:t>
        <a:bodyPr/>
        <a:lstStyle/>
        <a:p>
          <a:endParaRPr lang="en-US"/>
        </a:p>
      </dgm:t>
    </dgm:pt>
    <dgm:pt modelId="{BAF1AA8F-9EBC-4455-AFE6-EF9489171C55}" type="sibTrans" cxnId="{77B4E405-593A-485B-A7B5-BE178006300E}">
      <dgm:prSet/>
      <dgm:spPr/>
      <dgm:t>
        <a:bodyPr/>
        <a:lstStyle/>
        <a:p>
          <a:endParaRPr lang="en-US"/>
        </a:p>
      </dgm:t>
    </dgm:pt>
    <dgm:pt modelId="{887190B4-2714-4CC5-8E08-FB1225C3926C}">
      <dgm:prSet/>
      <dgm:spPr/>
      <dgm:t>
        <a:bodyPr/>
        <a:lstStyle/>
        <a:p>
          <a:r>
            <a:rPr lang="fr-FR" b="1" dirty="0"/>
            <a:t>Perspectives</a:t>
          </a:r>
          <a:endParaRPr lang="en-US" dirty="0"/>
        </a:p>
      </dgm:t>
    </dgm:pt>
    <dgm:pt modelId="{4355C326-F40F-4900-A330-26276F089FFC}" type="parTrans" cxnId="{4594A0FB-CA8E-4676-B2B5-F97AAF283979}">
      <dgm:prSet/>
      <dgm:spPr/>
      <dgm:t>
        <a:bodyPr/>
        <a:lstStyle/>
        <a:p>
          <a:endParaRPr lang="en-US"/>
        </a:p>
      </dgm:t>
    </dgm:pt>
    <dgm:pt modelId="{77084391-2995-4011-ABC3-6F2FF18619E0}" type="sibTrans" cxnId="{4594A0FB-CA8E-4676-B2B5-F97AAF283979}">
      <dgm:prSet/>
      <dgm:spPr/>
      <dgm:t>
        <a:bodyPr/>
        <a:lstStyle/>
        <a:p>
          <a:endParaRPr lang="en-US"/>
        </a:p>
      </dgm:t>
    </dgm:pt>
    <dgm:pt modelId="{1532C90F-F3E5-4EDF-A03D-67CCE9F84E2E}">
      <dgm:prSet/>
      <dgm:spPr/>
      <dgm:t>
        <a:bodyPr/>
        <a:lstStyle/>
        <a:p>
          <a:r>
            <a:rPr lang="fr-FR" dirty="0"/>
            <a:t>Introduction d’imperfections initiales</a:t>
          </a:r>
          <a:endParaRPr lang="en-US" dirty="0"/>
        </a:p>
      </dgm:t>
    </dgm:pt>
    <dgm:pt modelId="{12E67DCE-4316-4212-89B9-BCD0FFE5C74C}" type="parTrans" cxnId="{035F6E8B-CD3D-4FE3-A590-85169B3CC3C4}">
      <dgm:prSet/>
      <dgm:spPr/>
      <dgm:t>
        <a:bodyPr/>
        <a:lstStyle/>
        <a:p>
          <a:endParaRPr lang="en-US"/>
        </a:p>
      </dgm:t>
    </dgm:pt>
    <dgm:pt modelId="{F66A82F1-DC35-4546-A847-AA0DD5EA0672}" type="sibTrans" cxnId="{035F6E8B-CD3D-4FE3-A590-85169B3CC3C4}">
      <dgm:prSet/>
      <dgm:spPr/>
      <dgm:t>
        <a:bodyPr/>
        <a:lstStyle/>
        <a:p>
          <a:endParaRPr lang="en-US"/>
        </a:p>
      </dgm:t>
    </dgm:pt>
    <dgm:pt modelId="{97F5EBF9-F3BF-40AB-9938-5ECE4DA7618A}">
      <dgm:prSet/>
      <dgm:spPr/>
      <dgm:t>
        <a:bodyPr/>
        <a:lstStyle/>
        <a:p>
          <a:r>
            <a:rPr lang="fr-FR" dirty="0"/>
            <a:t>Analyse non linéaire</a:t>
          </a:r>
          <a:endParaRPr lang="en-US" dirty="0"/>
        </a:p>
      </dgm:t>
    </dgm:pt>
    <dgm:pt modelId="{CD410A89-6B47-4765-9453-A44C8663F42C}" type="parTrans" cxnId="{D1A9DF0E-A613-4F36-A000-CE4E6EF93C6E}">
      <dgm:prSet/>
      <dgm:spPr/>
      <dgm:t>
        <a:bodyPr/>
        <a:lstStyle/>
        <a:p>
          <a:endParaRPr lang="en-US"/>
        </a:p>
      </dgm:t>
    </dgm:pt>
    <dgm:pt modelId="{7DEFC282-E126-4C3B-847B-520E094736C3}" type="sibTrans" cxnId="{D1A9DF0E-A613-4F36-A000-CE4E6EF93C6E}">
      <dgm:prSet/>
      <dgm:spPr/>
      <dgm:t>
        <a:bodyPr/>
        <a:lstStyle/>
        <a:p>
          <a:endParaRPr lang="en-US"/>
        </a:p>
      </dgm:t>
    </dgm:pt>
    <dgm:pt modelId="{330C4F4E-780B-4743-BD50-BA6A205C1400}">
      <dgm:prSet/>
      <dgm:spPr/>
      <dgm:t>
        <a:bodyPr/>
        <a:lstStyle/>
        <a:p>
          <a:r>
            <a:rPr lang="fr-FR" dirty="0"/>
            <a:t>Approche conforme aux codes de dimensionnement (Eurocodes, RCC-M)</a:t>
          </a:r>
          <a:endParaRPr lang="en-US" dirty="0"/>
        </a:p>
      </dgm:t>
    </dgm:pt>
    <dgm:pt modelId="{977D53E9-E145-4C94-9173-0D6EBCAAA4BB}" type="parTrans" cxnId="{CB63AECD-2FAE-4B94-A88F-7AFB7C93260C}">
      <dgm:prSet/>
      <dgm:spPr/>
      <dgm:t>
        <a:bodyPr/>
        <a:lstStyle/>
        <a:p>
          <a:endParaRPr lang="en-US"/>
        </a:p>
      </dgm:t>
    </dgm:pt>
    <dgm:pt modelId="{44B87D84-43BE-4ED5-B7F1-4ACED045F128}" type="sibTrans" cxnId="{CB63AECD-2FAE-4B94-A88F-7AFB7C93260C}">
      <dgm:prSet/>
      <dgm:spPr/>
      <dgm:t>
        <a:bodyPr/>
        <a:lstStyle/>
        <a:p>
          <a:endParaRPr lang="en-US"/>
        </a:p>
      </dgm:t>
    </dgm:pt>
    <dgm:pt modelId="{EC2F88EF-D603-47CB-B426-F8710741B71E}" type="pres">
      <dgm:prSet presAssocID="{D773E18D-5F39-4795-98FD-EC4A7B7DA2A7}" presName="linear" presStyleCnt="0">
        <dgm:presLayoutVars>
          <dgm:animLvl val="lvl"/>
          <dgm:resizeHandles val="exact"/>
        </dgm:presLayoutVars>
      </dgm:prSet>
      <dgm:spPr/>
    </dgm:pt>
    <dgm:pt modelId="{63C8E33B-BB50-4FE2-AB9E-ADB1CAC760B4}" type="pres">
      <dgm:prSet presAssocID="{373D718C-1FE2-444F-B782-277BAEC536A2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D3DEC29-8042-46CD-A130-A946BF8F1DB8}" type="pres">
      <dgm:prSet presAssocID="{373D718C-1FE2-444F-B782-277BAEC536A2}" presName="childText" presStyleLbl="revTx" presStyleIdx="0" presStyleCnt="2">
        <dgm:presLayoutVars>
          <dgm:bulletEnabled val="1"/>
        </dgm:presLayoutVars>
      </dgm:prSet>
      <dgm:spPr/>
    </dgm:pt>
    <dgm:pt modelId="{1F7382F1-A34E-4782-BA0E-8A4571409454}" type="pres">
      <dgm:prSet presAssocID="{887190B4-2714-4CC5-8E08-FB1225C3926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F0089286-F5B9-41E9-889B-69E1BF601037}" type="pres">
      <dgm:prSet presAssocID="{887190B4-2714-4CC5-8E08-FB1225C3926C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77B4E405-593A-485B-A7B5-BE178006300E}" srcId="{373D718C-1FE2-444F-B782-277BAEC536A2}" destId="{7AB93496-CF59-4BD0-A7D5-D110BA774E3D}" srcOrd="2" destOrd="0" parTransId="{A1A731EF-FC0E-4D54-AFFE-2FAEAAD31305}" sibTransId="{BAF1AA8F-9EBC-4455-AFE6-EF9489171C55}"/>
    <dgm:cxn modelId="{D1A9DF0E-A613-4F36-A000-CE4E6EF93C6E}" srcId="{887190B4-2714-4CC5-8E08-FB1225C3926C}" destId="{97F5EBF9-F3BF-40AB-9938-5ECE4DA7618A}" srcOrd="1" destOrd="0" parTransId="{CD410A89-6B47-4765-9453-A44C8663F42C}" sibTransId="{7DEFC282-E126-4C3B-847B-520E094736C3}"/>
    <dgm:cxn modelId="{C9FA861F-F6FC-4A82-A657-5C8FF07F6397}" type="presOf" srcId="{0726BB4D-ADB5-43C3-B095-EAB56545D83B}" destId="{7D3DEC29-8042-46CD-A130-A946BF8F1DB8}" srcOrd="0" destOrd="1" presId="urn:microsoft.com/office/officeart/2005/8/layout/vList2"/>
    <dgm:cxn modelId="{6611A326-F10D-4CFC-A720-8F4480777B1F}" type="presOf" srcId="{D773E18D-5F39-4795-98FD-EC4A7B7DA2A7}" destId="{EC2F88EF-D603-47CB-B426-F8710741B71E}" srcOrd="0" destOrd="0" presId="urn:microsoft.com/office/officeart/2005/8/layout/vList2"/>
    <dgm:cxn modelId="{4D3A463D-657B-4A51-ADEA-320029EE38BD}" srcId="{373D718C-1FE2-444F-B782-277BAEC536A2}" destId="{0726BB4D-ADB5-43C3-B095-EAB56545D83B}" srcOrd="1" destOrd="0" parTransId="{9A85ECEE-4F61-4EF6-8779-95A841C7A9CD}" sibTransId="{B24A0206-DE35-4C95-A1E5-730425975842}"/>
    <dgm:cxn modelId="{F047D87F-357E-4538-B7F2-DDBE727FA9A5}" type="presOf" srcId="{7AB93496-CF59-4BD0-A7D5-D110BA774E3D}" destId="{7D3DEC29-8042-46CD-A130-A946BF8F1DB8}" srcOrd="0" destOrd="2" presId="urn:microsoft.com/office/officeart/2005/8/layout/vList2"/>
    <dgm:cxn modelId="{035F6E8B-CD3D-4FE3-A590-85169B3CC3C4}" srcId="{887190B4-2714-4CC5-8E08-FB1225C3926C}" destId="{1532C90F-F3E5-4EDF-A03D-67CCE9F84E2E}" srcOrd="0" destOrd="0" parTransId="{12E67DCE-4316-4212-89B9-BCD0FFE5C74C}" sibTransId="{F66A82F1-DC35-4546-A847-AA0DD5EA0672}"/>
    <dgm:cxn modelId="{BA51DB8B-EF96-4B9A-AA7F-3E23290556C5}" type="presOf" srcId="{887190B4-2714-4CC5-8E08-FB1225C3926C}" destId="{1F7382F1-A34E-4782-BA0E-8A4571409454}" srcOrd="0" destOrd="0" presId="urn:microsoft.com/office/officeart/2005/8/layout/vList2"/>
    <dgm:cxn modelId="{96512596-C161-4B4B-B071-56268E89A84F}" type="presOf" srcId="{97F5EBF9-F3BF-40AB-9938-5ECE4DA7618A}" destId="{F0089286-F5B9-41E9-889B-69E1BF601037}" srcOrd="0" destOrd="1" presId="urn:microsoft.com/office/officeart/2005/8/layout/vList2"/>
    <dgm:cxn modelId="{EE569998-55E1-478E-9C24-430E9C7B1439}" type="presOf" srcId="{B6D533CB-466F-4DDA-A911-8F6847D19746}" destId="{7D3DEC29-8042-46CD-A130-A946BF8F1DB8}" srcOrd="0" destOrd="0" presId="urn:microsoft.com/office/officeart/2005/8/layout/vList2"/>
    <dgm:cxn modelId="{D6039FB7-17B9-4229-A17C-2C40C2A9D7D9}" type="presOf" srcId="{1532C90F-F3E5-4EDF-A03D-67CCE9F84E2E}" destId="{F0089286-F5B9-41E9-889B-69E1BF601037}" srcOrd="0" destOrd="0" presId="urn:microsoft.com/office/officeart/2005/8/layout/vList2"/>
    <dgm:cxn modelId="{7FC8ECBE-064E-44FA-B410-FE504EBB9CA7}" srcId="{373D718C-1FE2-444F-B782-277BAEC536A2}" destId="{B6D533CB-466F-4DDA-A911-8F6847D19746}" srcOrd="0" destOrd="0" parTransId="{F5AEA6A7-EBB0-4F66-A3D8-9FA3E107ECCD}" sibTransId="{B1784151-14C3-4023-8005-EB2EEA8CB1AC}"/>
    <dgm:cxn modelId="{912D44CD-58D0-4594-A699-CEA58A2F197F}" srcId="{D773E18D-5F39-4795-98FD-EC4A7B7DA2A7}" destId="{373D718C-1FE2-444F-B782-277BAEC536A2}" srcOrd="0" destOrd="0" parTransId="{E39EE55E-907D-4E14-A1CC-DC32562901EE}" sibTransId="{2A7759A2-6932-455A-8385-9A4CCC8B4A68}"/>
    <dgm:cxn modelId="{CB63AECD-2FAE-4B94-A88F-7AFB7C93260C}" srcId="{887190B4-2714-4CC5-8E08-FB1225C3926C}" destId="{330C4F4E-780B-4743-BD50-BA6A205C1400}" srcOrd="2" destOrd="0" parTransId="{977D53E9-E145-4C94-9173-0D6EBCAAA4BB}" sibTransId="{44B87D84-43BE-4ED5-B7F1-4ACED045F128}"/>
    <dgm:cxn modelId="{B92738D1-7825-4DD8-B2F3-6D0FF72DE8EF}" type="presOf" srcId="{330C4F4E-780B-4743-BD50-BA6A205C1400}" destId="{F0089286-F5B9-41E9-889B-69E1BF601037}" srcOrd="0" destOrd="2" presId="urn:microsoft.com/office/officeart/2005/8/layout/vList2"/>
    <dgm:cxn modelId="{4594A0FB-CA8E-4676-B2B5-F97AAF283979}" srcId="{D773E18D-5F39-4795-98FD-EC4A7B7DA2A7}" destId="{887190B4-2714-4CC5-8E08-FB1225C3926C}" srcOrd="1" destOrd="0" parTransId="{4355C326-F40F-4900-A330-26276F089FFC}" sibTransId="{77084391-2995-4011-ABC3-6F2FF18619E0}"/>
    <dgm:cxn modelId="{1DC950FC-7413-40A2-9F73-8E6F21491AD9}" type="presOf" srcId="{373D718C-1FE2-444F-B782-277BAEC536A2}" destId="{63C8E33B-BB50-4FE2-AB9E-ADB1CAC760B4}" srcOrd="0" destOrd="0" presId="urn:microsoft.com/office/officeart/2005/8/layout/vList2"/>
    <dgm:cxn modelId="{CC9C21D0-CB74-4D9E-AE52-5F5646CF625B}" type="presParOf" srcId="{EC2F88EF-D603-47CB-B426-F8710741B71E}" destId="{63C8E33B-BB50-4FE2-AB9E-ADB1CAC760B4}" srcOrd="0" destOrd="0" presId="urn:microsoft.com/office/officeart/2005/8/layout/vList2"/>
    <dgm:cxn modelId="{2F85F465-4FAA-43D1-BCC3-07BA3207BB47}" type="presParOf" srcId="{EC2F88EF-D603-47CB-B426-F8710741B71E}" destId="{7D3DEC29-8042-46CD-A130-A946BF8F1DB8}" srcOrd="1" destOrd="0" presId="urn:microsoft.com/office/officeart/2005/8/layout/vList2"/>
    <dgm:cxn modelId="{6B912346-0C18-4E92-BF2C-8109CFA33D12}" type="presParOf" srcId="{EC2F88EF-D603-47CB-B426-F8710741B71E}" destId="{1F7382F1-A34E-4782-BA0E-8A4571409454}" srcOrd="2" destOrd="0" presId="urn:microsoft.com/office/officeart/2005/8/layout/vList2"/>
    <dgm:cxn modelId="{C3A672B6-247D-4722-923D-C9BA731B0BF9}" type="presParOf" srcId="{EC2F88EF-D603-47CB-B426-F8710741B71E}" destId="{F0089286-F5B9-41E9-889B-69E1BF60103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0CB1F0-66DD-4EBE-B303-7DEC10A169E2}">
      <dsp:nvSpPr>
        <dsp:cNvPr id="0" name=""/>
        <dsp:cNvSpPr/>
      </dsp:nvSpPr>
      <dsp:spPr>
        <a:xfrm>
          <a:off x="2852" y="199892"/>
          <a:ext cx="2781663" cy="6134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Aptos" panose="020B0004020202020204" pitchFamily="34" charset="0"/>
            </a:rPr>
            <a:t>Contexte</a:t>
          </a:r>
          <a:r>
            <a:rPr lang="en-US" sz="1800" b="1" kern="1200" dirty="0">
              <a:latin typeface="Aptos" panose="020B0004020202020204" pitchFamily="34" charset="0"/>
            </a:rPr>
            <a:t> </a:t>
          </a:r>
          <a:r>
            <a:rPr lang="en-US" sz="1800" b="1" kern="1200" dirty="0" err="1">
              <a:latin typeface="Aptos" panose="020B0004020202020204" pitchFamily="34" charset="0"/>
            </a:rPr>
            <a:t>industriel</a:t>
          </a:r>
          <a:endParaRPr lang="en-US" sz="1800" kern="1200" dirty="0">
            <a:latin typeface="Aptos" panose="020B0004020202020204" pitchFamily="34" charset="0"/>
          </a:endParaRPr>
        </a:p>
      </dsp:txBody>
      <dsp:txXfrm>
        <a:off x="2852" y="199892"/>
        <a:ext cx="2781663" cy="613465"/>
      </dsp:txXfrm>
    </dsp:sp>
    <dsp:sp modelId="{9406F095-2DCF-419B-A3EC-FA277A56CA83}">
      <dsp:nvSpPr>
        <dsp:cNvPr id="0" name=""/>
        <dsp:cNvSpPr/>
      </dsp:nvSpPr>
      <dsp:spPr>
        <a:xfrm>
          <a:off x="2852" y="746021"/>
          <a:ext cx="2781663" cy="28657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Cuves cylindriques minces largement utilisées pour le stockage de fluides</a:t>
          </a:r>
          <a:endParaRPr lang="en-US" sz="1600" kern="1200" dirty="0">
            <a:latin typeface="Aptos" panose="020B00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Structures de grande hauteur ou rayon et faible épaisseur</a:t>
          </a:r>
          <a:endParaRPr lang="en-US" sz="1600" kern="1200" dirty="0">
            <a:latin typeface="Aptos" panose="020B00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ptos" panose="020B0004020202020204" pitchFamily="34" charset="0"/>
            </a:rPr>
            <a:t>Sollicitées</a:t>
          </a:r>
          <a:r>
            <a:rPr lang="en-US" sz="1600" kern="1200" dirty="0">
              <a:latin typeface="Aptos" panose="020B0004020202020204" pitchFamily="34" charset="0"/>
            </a:rPr>
            <a:t> par 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 err="1">
              <a:latin typeface="Aptos" panose="020B0004020202020204" pitchFamily="34" charset="0"/>
            </a:rPr>
            <a:t>leur</a:t>
          </a:r>
          <a:r>
            <a:rPr lang="en-US" sz="1600" kern="1200" dirty="0">
              <a:latin typeface="Aptos" panose="020B0004020202020204" pitchFamily="34" charset="0"/>
            </a:rPr>
            <a:t> </a:t>
          </a:r>
          <a:r>
            <a:rPr lang="en-US" sz="1600" kern="1200" dirty="0" err="1">
              <a:latin typeface="Aptos" panose="020B0004020202020204" pitchFamily="34" charset="0"/>
            </a:rPr>
            <a:t>poids</a:t>
          </a:r>
          <a:r>
            <a:rPr lang="en-US" sz="1600" kern="1200" dirty="0">
              <a:latin typeface="Aptos" panose="020B0004020202020204" pitchFamily="34" charset="0"/>
            </a:rPr>
            <a:t> propre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la pression hydrostatique du fluide</a:t>
          </a:r>
          <a:endParaRPr lang="en-US" sz="1600" kern="1200" dirty="0">
            <a:latin typeface="Aptos" panose="020B0004020202020204" pitchFamily="34" charset="0"/>
          </a:endParaRP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ptos" panose="020B0004020202020204" pitchFamily="34" charset="0"/>
            </a:rPr>
            <a:t>des </a:t>
          </a:r>
          <a:r>
            <a:rPr lang="en-US" sz="1600" kern="1200" dirty="0" err="1">
              <a:latin typeface="Aptos" panose="020B0004020202020204" pitchFamily="34" charset="0"/>
            </a:rPr>
            <a:t>surpressions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2852" y="746021"/>
        <a:ext cx="2781663" cy="2865780"/>
      </dsp:txXfrm>
    </dsp:sp>
    <dsp:sp modelId="{53C53A58-E1E7-4994-96B6-6060BA7F86E7}">
      <dsp:nvSpPr>
        <dsp:cNvPr id="0" name=""/>
        <dsp:cNvSpPr/>
      </dsp:nvSpPr>
      <dsp:spPr>
        <a:xfrm>
          <a:off x="3173949" y="199892"/>
          <a:ext cx="2781663" cy="6134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Aptos" panose="020B0004020202020204" pitchFamily="34" charset="0"/>
            </a:rPr>
            <a:t>Problématique</a:t>
          </a:r>
          <a:r>
            <a:rPr lang="en-US" sz="1800" b="1" kern="1200" dirty="0">
              <a:latin typeface="Aptos" panose="020B0004020202020204" pitchFamily="34" charset="0"/>
            </a:rPr>
            <a:t> </a:t>
          </a:r>
          <a:r>
            <a:rPr lang="en-US" sz="1800" b="1" kern="1200" dirty="0" err="1">
              <a:latin typeface="Aptos" panose="020B0004020202020204" pitchFamily="34" charset="0"/>
            </a:rPr>
            <a:t>mécanique</a:t>
          </a:r>
          <a:endParaRPr lang="en-US" sz="1800" kern="1200" dirty="0">
            <a:latin typeface="Aptos" panose="020B0004020202020204" pitchFamily="34" charset="0"/>
          </a:endParaRPr>
        </a:p>
      </dsp:txBody>
      <dsp:txXfrm>
        <a:off x="3173949" y="199892"/>
        <a:ext cx="2781663" cy="613465"/>
      </dsp:txXfrm>
    </dsp:sp>
    <dsp:sp modelId="{98F561F4-C103-41F6-B9A5-FA14EAB59A97}">
      <dsp:nvSpPr>
        <dsp:cNvPr id="0" name=""/>
        <dsp:cNvSpPr/>
      </dsp:nvSpPr>
      <dsp:spPr>
        <a:xfrm>
          <a:off x="3173949" y="746021"/>
          <a:ext cx="2781663" cy="28657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Structures sensibles aux efforts de compression</a:t>
          </a:r>
          <a:endParaRPr lang="en-US" sz="1600" kern="1200" dirty="0">
            <a:latin typeface="Aptos" panose="020B00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Risque de perte de stabilité par flambement</a:t>
          </a:r>
          <a:endParaRPr lang="en-US" sz="1600" kern="1200" dirty="0">
            <a:latin typeface="Aptos" panose="020B00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>
              <a:latin typeface="Aptos" panose="020B0004020202020204" pitchFamily="34" charset="0"/>
            </a:rPr>
            <a:t>Le </a:t>
          </a:r>
          <a:r>
            <a:rPr lang="en-US" sz="1600" kern="1200" dirty="0" err="1">
              <a:latin typeface="Aptos" panose="020B0004020202020204" pitchFamily="34" charset="0"/>
            </a:rPr>
            <a:t>flambement</a:t>
          </a:r>
          <a:r>
            <a:rPr lang="en-US" sz="1600" kern="1200" dirty="0">
              <a:latin typeface="Aptos" panose="020B0004020202020204" pitchFamily="34" charset="0"/>
            </a:rPr>
            <a:t> </a:t>
          </a:r>
          <a:r>
            <a:rPr lang="en-US" sz="1600" kern="1200" dirty="0" err="1">
              <a:latin typeface="Aptos" panose="020B0004020202020204" pitchFamily="34" charset="0"/>
            </a:rPr>
            <a:t>peut</a:t>
          </a:r>
          <a:r>
            <a:rPr lang="en-US" sz="1600" kern="1200" dirty="0">
              <a:latin typeface="Aptos" panose="020B0004020202020204" pitchFamily="34" charset="0"/>
            </a:rPr>
            <a:t> </a:t>
          </a:r>
          <a:r>
            <a:rPr lang="en-US" sz="1600" kern="1200" dirty="0" err="1">
              <a:latin typeface="Aptos" panose="020B0004020202020204" pitchFamily="34" charset="0"/>
            </a:rPr>
            <a:t>apparaître</a:t>
          </a:r>
          <a:r>
            <a:rPr lang="en-US" sz="1600" kern="1200" dirty="0">
              <a:latin typeface="Aptos" panose="020B0004020202020204" pitchFamily="34" charset="0"/>
            </a:rPr>
            <a:t> :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avant l’atteinte de la limite élastique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3173949" y="746021"/>
        <a:ext cx="2781663" cy="2865780"/>
      </dsp:txXfrm>
    </dsp:sp>
    <dsp:sp modelId="{64F67506-C4B4-4C95-95EB-C6029AB139D3}">
      <dsp:nvSpPr>
        <dsp:cNvPr id="0" name=""/>
        <dsp:cNvSpPr/>
      </dsp:nvSpPr>
      <dsp:spPr>
        <a:xfrm>
          <a:off x="6345045" y="199892"/>
          <a:ext cx="2781663" cy="61346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 err="1">
              <a:latin typeface="Aptos" panose="020B0004020202020204" pitchFamily="34" charset="0"/>
            </a:rPr>
            <a:t>Enjeu</a:t>
          </a:r>
          <a:endParaRPr lang="en-US" sz="1800" kern="1200" dirty="0">
            <a:latin typeface="Aptos" panose="020B0004020202020204" pitchFamily="34" charset="0"/>
          </a:endParaRPr>
        </a:p>
      </dsp:txBody>
      <dsp:txXfrm>
        <a:off x="6345045" y="199892"/>
        <a:ext cx="2781663" cy="613465"/>
      </dsp:txXfrm>
    </dsp:sp>
    <dsp:sp modelId="{711CE3EB-356B-4F45-9F1D-B39BA45AF17F}">
      <dsp:nvSpPr>
        <dsp:cNvPr id="0" name=""/>
        <dsp:cNvSpPr/>
      </dsp:nvSpPr>
      <dsp:spPr>
        <a:xfrm>
          <a:off x="6345045" y="746021"/>
          <a:ext cx="2781663" cy="28657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Sécurité et durabilité des structures</a:t>
          </a:r>
          <a:endParaRPr lang="en-US" sz="1600" kern="1200" dirty="0">
            <a:latin typeface="Aptos" panose="020B0004020202020204" pitchFamily="34" charset="0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1600" kern="1200" dirty="0">
              <a:latin typeface="Aptos" panose="020B0004020202020204" pitchFamily="34" charset="0"/>
            </a:rPr>
            <a:t>Importance de la modélisation géométrique</a:t>
          </a:r>
          <a:endParaRPr lang="en-US" sz="1600" kern="1200" dirty="0">
            <a:latin typeface="Aptos" panose="020B0004020202020204" pitchFamily="34" charset="0"/>
          </a:endParaRPr>
        </a:p>
      </dsp:txBody>
      <dsp:txXfrm>
        <a:off x="6345045" y="746021"/>
        <a:ext cx="2781663" cy="28657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447A8B-16A1-4D93-AB28-9B4AED831722}">
      <dsp:nvSpPr>
        <dsp:cNvPr id="0" name=""/>
        <dsp:cNvSpPr/>
      </dsp:nvSpPr>
      <dsp:spPr>
        <a:xfrm>
          <a:off x="0" y="129467"/>
          <a:ext cx="9276912" cy="6633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1" kern="1200" dirty="0">
              <a:latin typeface="Aptos" panose="020B0004020202020204" pitchFamily="34" charset="0"/>
            </a:rPr>
            <a:t>Objectif principal</a:t>
          </a:r>
          <a:endParaRPr lang="en-US" sz="2700" kern="1200" dirty="0">
            <a:latin typeface="Aptos" panose="020B0004020202020204" pitchFamily="34" charset="0"/>
          </a:endParaRPr>
        </a:p>
      </dsp:txBody>
      <dsp:txXfrm>
        <a:off x="32384" y="161851"/>
        <a:ext cx="9212144" cy="598621"/>
      </dsp:txXfrm>
    </dsp:sp>
    <dsp:sp modelId="{5CA39AF6-BE27-45A4-A30E-39C23649BC65}">
      <dsp:nvSpPr>
        <dsp:cNvPr id="0" name=""/>
        <dsp:cNvSpPr/>
      </dsp:nvSpPr>
      <dsp:spPr>
        <a:xfrm>
          <a:off x="0" y="792857"/>
          <a:ext cx="9276912" cy="690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454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100" kern="1200" dirty="0">
              <a:latin typeface="Aptos" panose="020B0004020202020204" pitchFamily="34" charset="0"/>
            </a:rPr>
            <a:t>Étudier la stabilité au flambement d’une cuve cylindrique mince par éléments finis</a:t>
          </a:r>
          <a:endParaRPr lang="en-US" sz="2100" kern="1200" dirty="0">
            <a:latin typeface="Aptos" panose="020B0004020202020204" pitchFamily="34" charset="0"/>
          </a:endParaRPr>
        </a:p>
      </dsp:txBody>
      <dsp:txXfrm>
        <a:off x="0" y="792857"/>
        <a:ext cx="9276912" cy="690698"/>
      </dsp:txXfrm>
    </dsp:sp>
    <dsp:sp modelId="{AACA39FE-D32D-48A1-A0AF-A40BCAADF98C}">
      <dsp:nvSpPr>
        <dsp:cNvPr id="0" name=""/>
        <dsp:cNvSpPr/>
      </dsp:nvSpPr>
      <dsp:spPr>
        <a:xfrm>
          <a:off x="0" y="1483555"/>
          <a:ext cx="9276912" cy="6633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700" b="1" kern="1200" dirty="0">
              <a:latin typeface="Aptos" panose="020B0004020202020204" pitchFamily="34" charset="0"/>
            </a:rPr>
            <a:t>Objectifs spécifiques</a:t>
          </a:r>
          <a:endParaRPr lang="en-US" sz="2700" kern="1200" dirty="0">
            <a:latin typeface="Aptos" panose="020B0004020202020204" pitchFamily="34" charset="0"/>
          </a:endParaRPr>
        </a:p>
      </dsp:txBody>
      <dsp:txXfrm>
        <a:off x="32384" y="1515939"/>
        <a:ext cx="9212144" cy="598621"/>
      </dsp:txXfrm>
    </dsp:sp>
    <dsp:sp modelId="{E3E8102B-C98C-487B-9DFA-D635AC574A89}">
      <dsp:nvSpPr>
        <dsp:cNvPr id="0" name=""/>
        <dsp:cNvSpPr/>
      </dsp:nvSpPr>
      <dsp:spPr>
        <a:xfrm>
          <a:off x="0" y="2146945"/>
          <a:ext cx="9276912" cy="18923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4542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100" kern="1200" dirty="0">
              <a:latin typeface="Aptos" panose="020B0004020202020204" pitchFamily="34" charset="0"/>
            </a:rPr>
            <a:t>Analyser l’effet du poids propre sur la stabilité</a:t>
          </a:r>
          <a:endParaRPr lang="en-US" sz="2100" kern="1200" dirty="0">
            <a:latin typeface="Aptos" panose="020B0004020202020204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100" kern="1200" dirty="0">
              <a:latin typeface="Aptos" panose="020B0004020202020204" pitchFamily="34" charset="0"/>
            </a:rPr>
            <a:t>Étudier l’influence de la pression hydrostatique et d’une surpression interne</a:t>
          </a:r>
          <a:endParaRPr lang="en-US" sz="2100" kern="1200" dirty="0">
            <a:latin typeface="Aptos" panose="020B0004020202020204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100" kern="1200" dirty="0">
              <a:latin typeface="Aptos" panose="020B0004020202020204" pitchFamily="34" charset="0"/>
            </a:rPr>
            <a:t>Mettre en évidence l’impact de la géométrie sur les modes de flambement</a:t>
          </a:r>
          <a:endParaRPr lang="en-US" sz="2100" kern="1200" dirty="0">
            <a:latin typeface="Aptos" panose="020B0004020202020204" pitchFamily="34" charset="0"/>
          </a:endParaRP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100" kern="1200" dirty="0">
              <a:latin typeface="Aptos" panose="020B0004020202020204" pitchFamily="34" charset="0"/>
            </a:rPr>
            <a:t>Proposer et évaluer des solutions d’optimisation géométrique</a:t>
          </a:r>
          <a:endParaRPr lang="en-US" sz="2100" kern="1200" dirty="0">
            <a:latin typeface="Aptos" panose="020B0004020202020204" pitchFamily="34" charset="0"/>
          </a:endParaRPr>
        </a:p>
      </dsp:txBody>
      <dsp:txXfrm>
        <a:off x="0" y="2146945"/>
        <a:ext cx="9276912" cy="18923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E8B0FB-3208-427E-B8BC-BAD1F982AE3B}">
      <dsp:nvSpPr>
        <dsp:cNvPr id="0" name=""/>
        <dsp:cNvSpPr/>
      </dsp:nvSpPr>
      <dsp:spPr>
        <a:xfrm>
          <a:off x="0" y="2764688"/>
          <a:ext cx="2058150" cy="9074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optimisation</a:t>
          </a:r>
          <a:endParaRPr lang="en-US" sz="2100" kern="1200" dirty="0"/>
        </a:p>
      </dsp:txBody>
      <dsp:txXfrm>
        <a:off x="0" y="2764688"/>
        <a:ext cx="2058150" cy="907432"/>
      </dsp:txXfrm>
    </dsp:sp>
    <dsp:sp modelId="{4EB373A4-53CD-4BBC-896C-FCE52F9AD524}">
      <dsp:nvSpPr>
        <dsp:cNvPr id="0" name=""/>
        <dsp:cNvSpPr/>
      </dsp:nvSpPr>
      <dsp:spPr>
        <a:xfrm rot="10800000">
          <a:off x="0" y="1382668"/>
          <a:ext cx="2058150" cy="1395631"/>
        </a:xfrm>
        <a:prstGeom prst="upArrowCallou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compréhension</a:t>
          </a:r>
          <a:endParaRPr lang="en-US" sz="2100" kern="1200" dirty="0"/>
        </a:p>
      </dsp:txBody>
      <dsp:txXfrm rot="10800000">
        <a:off x="0" y="1382668"/>
        <a:ext cx="2058150" cy="906839"/>
      </dsp:txXfrm>
    </dsp:sp>
    <dsp:sp modelId="{AECBEDF1-1B2D-40C1-AF33-AE4151D64DD1}">
      <dsp:nvSpPr>
        <dsp:cNvPr id="0" name=""/>
        <dsp:cNvSpPr/>
      </dsp:nvSpPr>
      <dsp:spPr>
        <a:xfrm rot="10800000">
          <a:off x="0" y="649"/>
          <a:ext cx="2058150" cy="1395631"/>
        </a:xfrm>
        <a:prstGeom prst="upArrowCallou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 err="1"/>
            <a:t>analyse</a:t>
          </a:r>
          <a:endParaRPr lang="en-US" sz="2100" kern="1200" dirty="0"/>
        </a:p>
      </dsp:txBody>
      <dsp:txXfrm rot="10800000">
        <a:off x="0" y="649"/>
        <a:ext cx="2058150" cy="9068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5248F-CBD1-4B44-8842-73D455D95F3E}">
      <dsp:nvSpPr>
        <dsp:cNvPr id="0" name=""/>
        <dsp:cNvSpPr/>
      </dsp:nvSpPr>
      <dsp:spPr>
        <a:xfrm rot="5400000">
          <a:off x="6296998" y="-2702191"/>
          <a:ext cx="103056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 err="1">
              <a:latin typeface="Aptos" panose="020B0004020202020204" pitchFamily="34" charset="0"/>
            </a:rPr>
            <a:t>Analyse</a:t>
          </a:r>
          <a:r>
            <a:rPr lang="en-US" sz="1900" kern="1200" dirty="0">
              <a:latin typeface="Aptos" panose="020B0004020202020204" pitchFamily="34" charset="0"/>
            </a:rPr>
            <a:t> de </a:t>
          </a:r>
          <a:r>
            <a:rPr lang="en-US" sz="1900" kern="1200" dirty="0" err="1">
              <a:latin typeface="Aptos" panose="020B0004020202020204" pitchFamily="34" charset="0"/>
            </a:rPr>
            <a:t>flambement</a:t>
          </a:r>
          <a:r>
            <a:rPr lang="en-US" sz="1900" kern="1200" dirty="0">
              <a:latin typeface="Aptos" panose="020B0004020202020204" pitchFamily="34" charset="0"/>
            </a:rPr>
            <a:t> </a:t>
          </a:r>
          <a:r>
            <a:rPr lang="en-US" sz="1900" kern="1200" dirty="0" err="1">
              <a:latin typeface="Aptos" panose="020B0004020202020204" pitchFamily="34" charset="0"/>
            </a:rPr>
            <a:t>linéaire</a:t>
          </a:r>
          <a:r>
            <a:rPr lang="en-US" sz="1900" kern="1200" dirty="0">
              <a:latin typeface="Aptos" panose="020B0004020202020204" pitchFamily="34" charset="0"/>
            </a:rPr>
            <a:t> </a:t>
          </a:r>
          <a:r>
            <a:rPr lang="en-US" sz="1900" kern="1200" dirty="0" err="1">
              <a:latin typeface="Aptos" panose="020B0004020202020204" pitchFamily="34" charset="0"/>
            </a:rPr>
            <a:t>élastique</a:t>
          </a:r>
          <a:endParaRPr lang="en-US" sz="1900" kern="1200" dirty="0">
            <a:latin typeface="Aptos" panose="020B0004020202020204" pitchFamily="34" charset="0"/>
          </a:endParaRPr>
        </a:p>
      </dsp:txBody>
      <dsp:txXfrm rot="-5400000">
        <a:off x="3593594" y="51521"/>
        <a:ext cx="6387068" cy="929952"/>
      </dsp:txXfrm>
    </dsp:sp>
    <dsp:sp modelId="{767D2400-54A1-46CD-B0D7-D8E219F5BAB1}">
      <dsp:nvSpPr>
        <dsp:cNvPr id="0" name=""/>
        <dsp:cNvSpPr/>
      </dsp:nvSpPr>
      <dsp:spPr>
        <a:xfrm>
          <a:off x="27429" y="15195"/>
          <a:ext cx="3566165" cy="10026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latin typeface="Aptos" panose="020B0004020202020204" pitchFamily="34" charset="0"/>
            </a:rPr>
            <a:t>Approche</a:t>
          </a:r>
          <a:r>
            <a:rPr lang="en-US" sz="2400" b="1" kern="1200" dirty="0">
              <a:latin typeface="Aptos" panose="020B0004020202020204" pitchFamily="34" charset="0"/>
            </a:rPr>
            <a:t> </a:t>
          </a:r>
          <a:r>
            <a:rPr lang="en-US" sz="2400" b="1" kern="1200" dirty="0" err="1">
              <a:latin typeface="Aptos" panose="020B0004020202020204" pitchFamily="34" charset="0"/>
            </a:rPr>
            <a:t>générale</a:t>
          </a:r>
          <a:endParaRPr lang="en-US" sz="2400" kern="1200" dirty="0">
            <a:latin typeface="Aptos" panose="020B0004020202020204" pitchFamily="34" charset="0"/>
          </a:endParaRPr>
        </a:p>
      </dsp:txBody>
      <dsp:txXfrm>
        <a:off x="76372" y="64138"/>
        <a:ext cx="3468279" cy="904715"/>
      </dsp:txXfrm>
    </dsp:sp>
    <dsp:sp modelId="{7B34AA8E-D23D-4AAD-8922-E948C83E0FAD}">
      <dsp:nvSpPr>
        <dsp:cNvPr id="0" name=""/>
        <dsp:cNvSpPr/>
      </dsp:nvSpPr>
      <dsp:spPr>
        <a:xfrm rot="5400000">
          <a:off x="6296998" y="-1607212"/>
          <a:ext cx="103056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 dirty="0">
              <a:latin typeface="Aptos" panose="020B0004020202020204" pitchFamily="34" charset="0"/>
            </a:rPr>
            <a:t>Champs de </a:t>
          </a:r>
          <a:r>
            <a:rPr lang="en-US" sz="1900" kern="1200" dirty="0" err="1">
              <a:latin typeface="Aptos" panose="020B0004020202020204" pitchFamily="34" charset="0"/>
            </a:rPr>
            <a:t>déplacements</a:t>
          </a:r>
          <a:r>
            <a:rPr lang="en-US" sz="1900" kern="1200" dirty="0">
              <a:latin typeface="Aptos" panose="020B0004020202020204" pitchFamily="34" charset="0"/>
            </a:rPr>
            <a:t> et de </a:t>
          </a:r>
          <a:r>
            <a:rPr lang="en-US" sz="1900" kern="1200" dirty="0" err="1">
              <a:latin typeface="Aptos" panose="020B0004020202020204" pitchFamily="34" charset="0"/>
            </a:rPr>
            <a:t>contraintes</a:t>
          </a:r>
          <a:endParaRPr lang="en-US" sz="1900" kern="1200" dirty="0">
            <a:latin typeface="Aptos" panose="020B0004020202020204" pitchFamily="34" charset="0"/>
          </a:endParaRPr>
        </a:p>
      </dsp:txBody>
      <dsp:txXfrm rot="-5400000">
        <a:off x="3593594" y="1146500"/>
        <a:ext cx="6387068" cy="929952"/>
      </dsp:txXfrm>
    </dsp:sp>
    <dsp:sp modelId="{6A1C71D3-FF51-4B4A-B6E2-1890C02B2A55}">
      <dsp:nvSpPr>
        <dsp:cNvPr id="0" name=""/>
        <dsp:cNvSpPr/>
      </dsp:nvSpPr>
      <dsp:spPr>
        <a:xfrm>
          <a:off x="27429" y="1110175"/>
          <a:ext cx="3566165" cy="10026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latin typeface="Aptos" panose="020B0004020202020204" pitchFamily="34" charset="0"/>
            </a:rPr>
            <a:t>Analyse</a:t>
          </a:r>
          <a:r>
            <a:rPr lang="en-US" sz="2400" b="1" kern="1200" dirty="0">
              <a:latin typeface="Aptos" panose="020B0004020202020204" pitchFamily="34" charset="0"/>
            </a:rPr>
            <a:t> </a:t>
          </a:r>
          <a:r>
            <a:rPr lang="en-US" sz="2400" b="1" kern="1200" dirty="0" err="1">
              <a:latin typeface="Aptos" panose="020B0004020202020204" pitchFamily="34" charset="0"/>
            </a:rPr>
            <a:t>statique</a:t>
          </a:r>
          <a:r>
            <a:rPr lang="en-US" sz="2400" b="1" kern="1200" dirty="0">
              <a:latin typeface="Aptos" panose="020B0004020202020204" pitchFamily="34" charset="0"/>
            </a:rPr>
            <a:t> </a:t>
          </a:r>
          <a:r>
            <a:rPr lang="en-US" sz="2400" b="1" kern="1200" dirty="0" err="1">
              <a:latin typeface="Aptos" panose="020B0004020202020204" pitchFamily="34" charset="0"/>
            </a:rPr>
            <a:t>linéaire</a:t>
          </a:r>
          <a:r>
            <a:rPr lang="en-US" sz="2400" b="1" kern="1200" dirty="0">
              <a:latin typeface="Aptos" panose="020B0004020202020204" pitchFamily="34" charset="0"/>
            </a:rPr>
            <a:t> (SOL </a:t>
          </a:r>
          <a:r>
            <a:rPr lang="en-US" sz="2400" b="1" kern="1200">
              <a:latin typeface="Aptos" panose="020B0004020202020204" pitchFamily="34" charset="0"/>
            </a:rPr>
            <a:t>101)</a:t>
          </a:r>
          <a:endParaRPr lang="en-US" sz="2400" kern="1200" dirty="0">
            <a:latin typeface="Aptos" panose="020B0004020202020204" pitchFamily="34" charset="0"/>
          </a:endParaRPr>
        </a:p>
      </dsp:txBody>
      <dsp:txXfrm>
        <a:off x="76372" y="1159118"/>
        <a:ext cx="3468279" cy="904715"/>
      </dsp:txXfrm>
    </dsp:sp>
    <dsp:sp modelId="{F760BE41-0C78-4204-9793-466F164DA20B}">
      <dsp:nvSpPr>
        <dsp:cNvPr id="0" name=""/>
        <dsp:cNvSpPr/>
      </dsp:nvSpPr>
      <dsp:spPr>
        <a:xfrm rot="5400000">
          <a:off x="6296998" y="-512232"/>
          <a:ext cx="103056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 panose="020B0004020202020204" pitchFamily="34" charset="0"/>
            </a:rPr>
            <a:t>Résolution d’un problème aux valeurs propres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>
              <a:latin typeface="Aptos" panose="020B0004020202020204" pitchFamily="34" charset="0"/>
            </a:rPr>
            <a:t>Détermination des facteurs critiques de flambement et des modes associés</a:t>
          </a:r>
        </a:p>
      </dsp:txBody>
      <dsp:txXfrm rot="-5400000">
        <a:off x="3593594" y="2241480"/>
        <a:ext cx="6387068" cy="929952"/>
      </dsp:txXfrm>
    </dsp:sp>
    <dsp:sp modelId="{1F273FFE-9560-4B36-B34F-373CC6016114}">
      <dsp:nvSpPr>
        <dsp:cNvPr id="0" name=""/>
        <dsp:cNvSpPr/>
      </dsp:nvSpPr>
      <dsp:spPr>
        <a:xfrm>
          <a:off x="27429" y="2205154"/>
          <a:ext cx="3566165" cy="10026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 err="1">
              <a:latin typeface="Aptos" panose="020B0004020202020204" pitchFamily="34" charset="0"/>
            </a:rPr>
            <a:t>Analyse</a:t>
          </a:r>
          <a:r>
            <a:rPr lang="en-US" sz="2400" b="1" kern="1200" dirty="0">
              <a:latin typeface="Aptos" panose="020B0004020202020204" pitchFamily="34" charset="0"/>
            </a:rPr>
            <a:t> de </a:t>
          </a:r>
          <a:r>
            <a:rPr lang="en-US" sz="2400" b="1" kern="1200" dirty="0" err="1">
              <a:latin typeface="Aptos" panose="020B0004020202020204" pitchFamily="34" charset="0"/>
            </a:rPr>
            <a:t>flambement</a:t>
          </a:r>
          <a:r>
            <a:rPr lang="en-US" sz="2400" b="1" kern="1200" dirty="0">
              <a:latin typeface="Aptos" panose="020B0004020202020204" pitchFamily="34" charset="0"/>
            </a:rPr>
            <a:t> </a:t>
          </a:r>
          <a:r>
            <a:rPr lang="en-US" sz="2400" b="1" kern="1200" dirty="0" err="1">
              <a:latin typeface="Aptos" panose="020B0004020202020204" pitchFamily="34" charset="0"/>
            </a:rPr>
            <a:t>linéaire</a:t>
          </a:r>
          <a:r>
            <a:rPr lang="en-US" sz="2400" b="1" kern="1200" dirty="0">
              <a:latin typeface="Aptos" panose="020B0004020202020204" pitchFamily="34" charset="0"/>
            </a:rPr>
            <a:t> (SOL 105)</a:t>
          </a:r>
          <a:endParaRPr lang="en-US" sz="2400" kern="1200" dirty="0">
            <a:latin typeface="Aptos" panose="020B0004020202020204" pitchFamily="34" charset="0"/>
          </a:endParaRPr>
        </a:p>
      </dsp:txBody>
      <dsp:txXfrm>
        <a:off x="76372" y="2254097"/>
        <a:ext cx="3468279" cy="904715"/>
      </dsp:txXfrm>
    </dsp:sp>
    <dsp:sp modelId="{C2C55CCB-6BB8-432C-AB1D-859D9C7E0456}">
      <dsp:nvSpPr>
        <dsp:cNvPr id="0" name=""/>
        <dsp:cNvSpPr/>
      </dsp:nvSpPr>
      <dsp:spPr>
        <a:xfrm rot="5400000">
          <a:off x="6296998" y="582746"/>
          <a:ext cx="1030568" cy="6437376"/>
        </a:xfrm>
        <a:prstGeom prst="round2SameRect">
          <a:avLst/>
        </a:prstGeom>
        <a:solidFill>
          <a:schemeClr val="l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14:m xmlns:a14="http://schemas.microsoft.com/office/drawing/2010/main">
            <m:oMath xmlns:m="http://schemas.openxmlformats.org/officeDocument/2006/math">
              <m:d>
                <m:dPr>
                  <m:ctrlPr>
                    <a:rPr lang="ar-EG" sz="190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ar-EG" sz="1900" b="0" i="1" kern="1200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1900" b="0" i="1" kern="1200">
                          <a:latin typeface="Cambria Math" panose="02040503050406030204" pitchFamily="18" charset="0"/>
                        </a:rPr>
                        <m:t>𝐾</m:t>
                      </m:r>
                    </m:e>
                    <m:sub>
                      <m:r>
                        <a:rPr lang="ar-EG" sz="1900" b="0" i="0" kern="120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  <m:r>
                    <a:rPr lang="ar-EG" sz="1900" kern="1200">
                      <a:latin typeface="Cambria Math" panose="02040503050406030204" pitchFamily="18" charset="0"/>
                    </a:rPr>
                    <m:t>+</m:t>
                  </m:r>
                  <m:r>
                    <a:rPr lang="ar-EG" sz="1900" i="1" kern="1200">
                      <a:latin typeface="Cambria Math" panose="02040503050406030204" pitchFamily="18" charset="0"/>
                    </a:rPr>
                    <m:t>𝜆</m:t>
                  </m:r>
                  <m:sSub>
                    <m:sSubPr>
                      <m:ctrlPr>
                        <a:rPr lang="ar-EG" sz="19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1900" i="1" kern="1200">
                          <a:latin typeface="Cambria Math" panose="02040503050406030204" pitchFamily="18" charset="0"/>
                        </a:rPr>
                        <m:t>𝐾</m:t>
                      </m:r>
                    </m:e>
                    <m:sub>
                      <m:r>
                        <a:rPr lang="ar-EG" sz="1900" i="1" kern="1200">
                          <a:latin typeface="Cambria Math" panose="02040503050406030204" pitchFamily="18" charset="0"/>
                        </a:rPr>
                        <m:t>𝜎</m:t>
                      </m:r>
                    </m:sub>
                  </m:sSub>
                </m:e>
              </m:d>
              <m:r>
                <a:rPr lang="ar-EG" sz="1900" i="1" kern="1200">
                  <a:latin typeface="Cambria Math" panose="02040503050406030204" pitchFamily="18" charset="0"/>
                </a:rPr>
                <m:t>𝜙</m:t>
              </m:r>
              <m:r>
                <a:rPr lang="ar-EG" sz="1900" kern="1200">
                  <a:latin typeface="Cambria Math" panose="02040503050406030204" pitchFamily="18" charset="0"/>
                </a:rPr>
                <m:t>=</m:t>
              </m:r>
              <m:r>
                <a:rPr lang="ar-EG" sz="1900" kern="1200">
                  <a:latin typeface="Cambria Math" panose="02040503050406030204" pitchFamily="18" charset="0"/>
                </a:rPr>
                <m:t>0</m:t>
              </m:r>
            </m:oMath>
          </a14:m>
          <a:endParaRPr lang="en-US" sz="1900" kern="1200" dirty="0">
            <a:latin typeface="Aptos" panose="020B0004020202020204" pitchFamily="34" charset="0"/>
          </a:endParaRPr>
        </a:p>
      </dsp:txBody>
      <dsp:txXfrm rot="-5400000">
        <a:off x="3593594" y="3336458"/>
        <a:ext cx="6387068" cy="929952"/>
      </dsp:txXfrm>
    </dsp:sp>
    <dsp:sp modelId="{ECB66E85-F4B3-4AC3-AA70-303275372C56}">
      <dsp:nvSpPr>
        <dsp:cNvPr id="0" name=""/>
        <dsp:cNvSpPr/>
      </dsp:nvSpPr>
      <dsp:spPr>
        <a:xfrm>
          <a:off x="27429" y="3300133"/>
          <a:ext cx="3566165" cy="1002601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latin typeface="Aptos" panose="020B0004020202020204" pitchFamily="34" charset="0"/>
            </a:rPr>
            <a:t>Relation </a:t>
          </a:r>
          <a:r>
            <a:rPr lang="en-US" sz="2400" b="1" kern="1200" dirty="0" err="1">
              <a:latin typeface="Aptos" panose="020B0004020202020204" pitchFamily="34" charset="0"/>
            </a:rPr>
            <a:t>fondamentale</a:t>
          </a:r>
          <a:endParaRPr lang="en-US" sz="2400" kern="1200" dirty="0">
            <a:latin typeface="Aptos" panose="020B0004020202020204" pitchFamily="34" charset="0"/>
          </a:endParaRPr>
        </a:p>
      </dsp:txBody>
      <dsp:txXfrm>
        <a:off x="76372" y="3349076"/>
        <a:ext cx="3468279" cy="90471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DC013A-CFF0-4A05-804D-EA98ED9C4970}">
      <dsp:nvSpPr>
        <dsp:cNvPr id="0" name=""/>
        <dsp:cNvSpPr/>
      </dsp:nvSpPr>
      <dsp:spPr>
        <a:xfrm>
          <a:off x="0" y="146320"/>
          <a:ext cx="1053434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Équation d’équilibre</a:t>
          </a:r>
          <a:endParaRPr lang="en-US" sz="2200" kern="1200"/>
        </a:p>
      </dsp:txBody>
      <dsp:txXfrm>
        <a:off x="27644" y="173964"/>
        <a:ext cx="10479052" cy="510992"/>
      </dsp:txXfrm>
    </dsp:sp>
    <dsp:sp modelId="{D42EEA32-B4E8-4941-84D3-5249F21830C1}">
      <dsp:nvSpPr>
        <dsp:cNvPr id="0" name=""/>
        <dsp:cNvSpPr/>
      </dsp:nvSpPr>
      <dsp:spPr>
        <a:xfrm>
          <a:off x="0" y="712600"/>
          <a:ext cx="10534340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46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"/>
              </m:oMathParaPr>
              <m:oMath xmlns:m="http://schemas.openxmlformats.org/officeDocument/2006/math">
                <m:d>
                  <m:dPr>
                    <m:begChr m:val="["/>
                    <m:endChr m:val="]"/>
                    <m:ctrlPr>
                      <a:rPr lang="ar-EG" sz="1700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ar-EG" sz="1700" i="1" kern="1200">
                        <a:latin typeface="Cambria Math" panose="02040503050406030204" pitchFamily="18" charset="0"/>
                      </a:rPr>
                      <m:t>𝐾</m:t>
                    </m:r>
                  </m:e>
                </m:d>
                <m:d>
                  <m:dPr>
                    <m:begChr m:val="{"/>
                    <m:endChr m:val="}"/>
                    <m:ctrlPr>
                      <a:rPr lang="ar-EG" sz="1700" i="1" kern="120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ar-EG" sz="1700" i="1" kern="1200">
                        <a:latin typeface="Cambria Math" panose="02040503050406030204" pitchFamily="18" charset="0"/>
                      </a:rPr>
                      <m:t>𝑞</m:t>
                    </m:r>
                  </m:e>
                </m:d>
                <m:r>
                  <a:rPr lang="ar-EG" sz="1700" i="0" kern="1200">
                    <a:latin typeface="Cambria Math" panose="02040503050406030204" pitchFamily="18" charset="0"/>
                  </a:rPr>
                  <m:t>=</m:t>
                </m:r>
                <m:d>
                  <m:dPr>
                    <m:begChr m:val="{"/>
                    <m:endChr m:val="}"/>
                    <m:ctrlPr>
                      <a:rPr lang="ar-EG" sz="1700" i="1" kern="120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ar-EG" sz="1700" i="1" kern="1200">
                        <a:latin typeface="Cambria Math" panose="02040503050406030204" pitchFamily="18" charset="0"/>
                      </a:rPr>
                      <m:t>𝐹</m:t>
                    </m:r>
                  </m:e>
                </m:d>
                <m:r>
                  <a:rPr lang="ar-EG" sz="1700" i="0" kern="1200">
                    <a:latin typeface="Cambria Math" panose="02040503050406030204" pitchFamily="18" charset="0"/>
                  </a:rPr>
                  <m:t> </m:t>
                </m:r>
                <m:r>
                  <m:rPr>
                    <m:nor/>
                  </m:rPr>
                  <a:rPr lang="en-US" sz="1700" b="0" i="1" kern="1200"/>
                  <m:t>avec</m:t>
                </m:r>
                <m:r>
                  <a:rPr lang="en-US" sz="1700" b="0" i="0" kern="1200">
                    <a:latin typeface="Cambria Math" panose="02040503050406030204" pitchFamily="18" charset="0"/>
                  </a:rPr>
                  <m:t> </m:t>
                </m:r>
                <m:d>
                  <m:dPr>
                    <m:begChr m:val="["/>
                    <m:endChr m:val="]"/>
                    <m:ctrlPr>
                      <a:rPr lang="ar-EG" sz="1700" b="0" i="1" kern="1200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a:rPr lang="ar-EG" sz="1700" b="0" i="1" kern="1200">
                        <a:latin typeface="Cambria Math" panose="02040503050406030204" pitchFamily="18" charset="0"/>
                      </a:rPr>
                      <m:t>𝐾</m:t>
                    </m:r>
                  </m:e>
                </m:d>
                <m:r>
                  <a:rPr lang="ar-EG" sz="1700" b="0" i="0" kern="1200">
                    <a:latin typeface="Cambria Math" panose="02040503050406030204" pitchFamily="18" charset="0"/>
                  </a:rPr>
                  <m:t>=</m:t>
                </m:r>
                <m:d>
                  <m:dPr>
                    <m:begChr m:val="["/>
                    <m:endChr m:val="]"/>
                    <m:ctrlPr>
                      <a:rPr lang="ar-EG" sz="1700" b="0" i="1" kern="120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ar-EG" sz="1700" b="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1700" b="0" i="1" kern="120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EG" sz="1700" b="0" i="0" kern="12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e>
                </m:d>
                <m:r>
                  <a:rPr lang="ar-EG" sz="1700" b="0" i="0" kern="1200">
                    <a:latin typeface="Cambria Math" panose="02040503050406030204" pitchFamily="18" charset="0"/>
                  </a:rPr>
                  <m:t>+</m:t>
                </m:r>
                <m:d>
                  <m:dPr>
                    <m:begChr m:val="["/>
                    <m:endChr m:val="]"/>
                    <m:ctrlPr>
                      <a:rPr lang="ar-EG" sz="1700" b="0" i="1" kern="1200">
                        <a:latin typeface="Cambria Math" panose="02040503050406030204" pitchFamily="18" charset="0"/>
                      </a:rPr>
                    </m:ctrlPr>
                  </m:dPr>
                  <m:e>
                    <m:sSub>
                      <m:sSubPr>
                        <m:ctrlPr>
                          <a:rPr lang="ar-EG" sz="1700" b="0" i="1" kern="120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1700" b="0" i="1" kern="120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ar-EG" sz="1700" b="0" i="1" kern="1200">
                            <a:latin typeface="Cambria Math" panose="02040503050406030204" pitchFamily="18" charset="0"/>
                          </a:rPr>
                          <m:t>𝜎</m:t>
                        </m:r>
                      </m:sub>
                    </m:sSub>
                  </m:e>
                </m:d>
              </m:oMath>
            </m:oMathPara>
          </a14:m>
          <a:endParaRPr lang="en-US" sz="1700" kern="1200" dirty="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ar-EG" sz="170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ar-EG" sz="17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1700" i="1" kern="1200">
                          <a:latin typeface="Cambria Math" panose="02040503050406030204" pitchFamily="18" charset="0"/>
                        </a:rPr>
                        <m:t>𝐾</m:t>
                      </m:r>
                    </m:e>
                    <m:sub>
                      <m:r>
                        <a:rPr lang="ar-EG" sz="1700" i="0" kern="1200">
                          <a:latin typeface="Cambria Math" panose="02040503050406030204" pitchFamily="18" charset="0"/>
                        </a:rPr>
                        <m:t>0</m:t>
                      </m:r>
                    </m:sub>
                  </m:sSub>
                </m:e>
              </m:d>
            </m:oMath>
          </a14:m>
          <a:r>
            <a:rPr lang="ar-EG" sz="1700" kern="1200" dirty="0"/>
            <a:t>: </a:t>
          </a:r>
          <a:r>
            <a:rPr lang="en-US" sz="1700" kern="1200" dirty="0" err="1"/>
            <a:t>rigidité</a:t>
          </a:r>
          <a:r>
            <a:rPr lang="en-US" sz="1700" kern="1200" dirty="0"/>
            <a:t> </a:t>
          </a:r>
          <a:r>
            <a:rPr lang="en-US" sz="1700" kern="1200" dirty="0" err="1"/>
            <a:t>élastique</a:t>
          </a:r>
          <a:r>
            <a:rPr lang="en-US" sz="1700" kern="1200" dirty="0"/>
            <a:t> (</a:t>
          </a:r>
          <a:r>
            <a:rPr lang="en-US" sz="1700" kern="1200" dirty="0" err="1"/>
            <a:t>géométrie</a:t>
          </a:r>
          <a:r>
            <a:rPr lang="en-US" sz="1700" kern="1200" dirty="0"/>
            <a:t> + </a:t>
          </a:r>
          <a:r>
            <a:rPr lang="en-US" sz="1700" kern="1200" dirty="0" err="1"/>
            <a:t>matériau</a:t>
          </a:r>
          <a:r>
            <a:rPr lang="en-US" sz="1700" kern="1200" dirty="0"/>
            <a:t>)</a:t>
          </a:r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d>
                <m:dPr>
                  <m:begChr m:val="["/>
                  <m:endChr m:val="]"/>
                  <m:ctrlPr>
                    <a:rPr lang="ar-EG" sz="170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ar-EG" sz="17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1700" i="1" kern="1200">
                          <a:latin typeface="Cambria Math" panose="02040503050406030204" pitchFamily="18" charset="0"/>
                        </a:rPr>
                        <m:t>𝐾</m:t>
                      </m:r>
                    </m:e>
                    <m:sub>
                      <m:r>
                        <a:rPr lang="ar-EG" sz="1700" i="1" kern="1200">
                          <a:latin typeface="Cambria Math" panose="02040503050406030204" pitchFamily="18" charset="0"/>
                        </a:rPr>
                        <m:t>𝜎</m:t>
                      </m:r>
                    </m:sub>
                  </m:sSub>
                </m:e>
              </m:d>
            </m:oMath>
          </a14:m>
          <a:r>
            <a:rPr lang="ar-EG" sz="1700" kern="1200" dirty="0"/>
            <a:t>: </a:t>
          </a:r>
          <a:r>
            <a:rPr lang="en-US" sz="1700" kern="1200" dirty="0" err="1"/>
            <a:t>rigidité</a:t>
          </a:r>
          <a:r>
            <a:rPr lang="en-US" sz="1700" kern="1200" dirty="0"/>
            <a:t> </a:t>
          </a:r>
          <a:r>
            <a:rPr lang="en-US" sz="1700" kern="1200" dirty="0" err="1"/>
            <a:t>géométrique</a:t>
          </a:r>
          <a:br>
            <a:rPr lang="en-US" sz="1700" kern="1200" dirty="0"/>
          </a:br>
          <a:r>
            <a:rPr lang="en-US" sz="1700" kern="1200" dirty="0"/>
            <a:t>→ issue de </a:t>
          </a:r>
          <a:r>
            <a:rPr lang="en-US" sz="1700" kern="1200" dirty="0" err="1"/>
            <a:t>l’état</a:t>
          </a:r>
          <a:r>
            <a:rPr lang="en-US" sz="1700" kern="1200" dirty="0"/>
            <a:t> </a:t>
          </a:r>
          <a:r>
            <a:rPr lang="en-US" sz="1700" kern="1200" dirty="0" err="1"/>
            <a:t>précontraint</a:t>
          </a:r>
          <a:endParaRPr lang="en-US" sz="1700" kern="1200" dirty="0"/>
        </a:p>
      </dsp:txBody>
      <dsp:txXfrm>
        <a:off x="0" y="712600"/>
        <a:ext cx="10534340" cy="1229580"/>
      </dsp:txXfrm>
    </dsp:sp>
    <dsp:sp modelId="{E94FB031-56C6-473E-A792-648B81C3F945}">
      <dsp:nvSpPr>
        <dsp:cNvPr id="0" name=""/>
        <dsp:cNvSpPr/>
      </dsp:nvSpPr>
      <dsp:spPr>
        <a:xfrm>
          <a:off x="0" y="1942180"/>
          <a:ext cx="1053434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/>
            <a:t>Problème</a:t>
          </a:r>
          <a:r>
            <a:rPr lang="en-US" sz="2200" b="1" kern="1200" dirty="0"/>
            <a:t> de </a:t>
          </a:r>
          <a:r>
            <a:rPr lang="en-US" sz="2200" b="1" kern="1200" dirty="0" err="1"/>
            <a:t>flambement</a:t>
          </a:r>
          <a:r>
            <a:rPr lang="en-US" sz="2200" b="1" kern="1200" dirty="0"/>
            <a:t> (</a:t>
          </a:r>
          <a:r>
            <a:rPr lang="en-US" sz="2200" b="1" kern="1200" dirty="0" err="1"/>
            <a:t>valeurs</a:t>
          </a:r>
          <a:r>
            <a:rPr lang="en-US" sz="2200" b="1" kern="1200" dirty="0"/>
            <a:t> </a:t>
          </a:r>
          <a:r>
            <a:rPr lang="en-US" sz="2200" b="1" kern="1200" dirty="0" err="1"/>
            <a:t>propres</a:t>
          </a:r>
          <a:r>
            <a:rPr lang="en-US" sz="2200" b="1" kern="1200" dirty="0"/>
            <a:t>)</a:t>
          </a:r>
          <a:endParaRPr lang="en-US" sz="2200" kern="1200" dirty="0"/>
        </a:p>
      </dsp:txBody>
      <dsp:txXfrm>
        <a:off x="27644" y="1969824"/>
        <a:ext cx="10479052" cy="510992"/>
      </dsp:txXfrm>
    </dsp:sp>
    <dsp:sp modelId="{1BF08627-B493-4A7F-98FC-FF54693F7EC7}">
      <dsp:nvSpPr>
        <dsp:cNvPr id="0" name=""/>
        <dsp:cNvSpPr/>
      </dsp:nvSpPr>
      <dsp:spPr>
        <a:xfrm>
          <a:off x="0" y="2508460"/>
          <a:ext cx="10534340" cy="956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46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"/>
              </m:oMathParaPr>
              <m:oMath xmlns:m="http://schemas.openxmlformats.org/officeDocument/2006/math">
                <m:d>
                  <m:dPr>
                    <m:ctrlPr>
                      <a:rPr lang="ar-EG" sz="1700" i="1" kern="1200" smtClean="0">
                        <a:latin typeface="Cambria Math" panose="02040503050406030204" pitchFamily="18" charset="0"/>
                      </a:rPr>
                    </m:ctrlPr>
                  </m:dPr>
                  <m:e>
                    <m:d>
                      <m:dPr>
                        <m:begChr m:val="["/>
                        <m:endChr m:val="]"/>
                        <m:ctrlPr>
                          <a:rPr lang="ar-EG" sz="1700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EG" sz="17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EG" sz="1700" i="1" kern="120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ar-EG" sz="1700" i="0" kern="120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ar-EG" sz="1700" i="0" kern="1200">
                        <a:latin typeface="Cambria Math" panose="02040503050406030204" pitchFamily="18" charset="0"/>
                      </a:rPr>
                      <m:t>+</m:t>
                    </m:r>
                    <m:r>
                      <a:rPr lang="ar-EG" sz="1700" i="1" kern="120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begChr m:val="["/>
                        <m:endChr m:val="]"/>
                        <m:ctrlPr>
                          <a:rPr lang="ar-EG" sz="1700" i="1" kern="120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EG" sz="1700" i="1" kern="120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EG" sz="1700" i="1" kern="120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b>
                            <m:r>
                              <a:rPr lang="ar-EG" sz="1700" i="1" kern="120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sub>
                        </m:sSub>
                      </m:e>
                    </m:d>
                  </m:e>
                </m:d>
                <m:r>
                  <m:rPr>
                    <m:nor/>
                  </m:rPr>
                  <a:rPr lang="ar-EG" sz="1700" b="0" i="1" kern="1200"/>
                  <m:t> </m:t>
                </m:r>
                <m:r>
                  <a:rPr lang="ar-EG" sz="1700" b="0" i="1" kern="1200">
                    <a:latin typeface="Cambria Math" panose="02040503050406030204" pitchFamily="18" charset="0"/>
                  </a:rPr>
                  <m:t>𝜙</m:t>
                </m:r>
                <m:r>
                  <a:rPr lang="ar-EG" sz="1700" b="0" i="0" kern="1200">
                    <a:latin typeface="Cambria Math" panose="02040503050406030204" pitchFamily="18" charset="0"/>
                  </a:rPr>
                  <m:t>=</m:t>
                </m:r>
                <m:r>
                  <a:rPr lang="ar-EG" sz="1700" b="0" i="0" kern="1200">
                    <a:latin typeface="Cambria Math" panose="02040503050406030204" pitchFamily="18" charset="0"/>
                  </a:rPr>
                  <m:t>0</m:t>
                </m:r>
              </m:oMath>
            </m:oMathPara>
          </a14:m>
          <a:endParaRPr lang="en-US" sz="1700" kern="1200" dirty="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ar-EG" sz="1700" i="1" kern="1200" smtClean="0">
                  <a:latin typeface="Cambria Math" panose="02040503050406030204" pitchFamily="18" charset="0"/>
                </a:rPr>
                <m:t>𝜆</m:t>
              </m:r>
            </m:oMath>
          </a14:m>
          <a:r>
            <a:rPr lang="ar-EG" sz="1700" kern="1200" dirty="0"/>
            <a:t>: </a:t>
          </a:r>
          <a:r>
            <a:rPr lang="en-US" sz="1700" kern="1200" dirty="0" err="1"/>
            <a:t>facteur</a:t>
          </a:r>
          <a:r>
            <a:rPr lang="en-US" sz="1700" kern="1200" dirty="0"/>
            <a:t> critique de </a:t>
          </a:r>
          <a:r>
            <a:rPr lang="en-US" sz="1700" kern="1200" dirty="0" err="1"/>
            <a:t>flambement</a:t>
          </a:r>
          <a:endParaRPr lang="en-US" sz="1700" kern="1200" dirty="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en-US" sz="1700" i="1" kern="1200" smtClean="0">
                  <a:latin typeface="Cambria Math" panose="02040503050406030204" pitchFamily="18" charset="0"/>
                </a:rPr>
                <m:t>𝜙</m:t>
              </m:r>
            </m:oMath>
          </a14:m>
          <a:r>
            <a:rPr lang="en-US" sz="1700" kern="1200" dirty="0"/>
            <a:t>: mode de </a:t>
          </a:r>
          <a:r>
            <a:rPr lang="en-US" sz="1700" kern="1200" dirty="0" err="1"/>
            <a:t>flambement</a:t>
          </a:r>
          <a:endParaRPr lang="en-US" sz="1700" kern="1200" dirty="0"/>
        </a:p>
      </dsp:txBody>
      <dsp:txXfrm>
        <a:off x="0" y="2508460"/>
        <a:ext cx="10534340" cy="956340"/>
      </dsp:txXfrm>
    </dsp:sp>
    <dsp:sp modelId="{6E2EBF74-A04B-4730-B9E6-57FEE0A49D07}">
      <dsp:nvSpPr>
        <dsp:cNvPr id="0" name=""/>
        <dsp:cNvSpPr/>
      </dsp:nvSpPr>
      <dsp:spPr>
        <a:xfrm>
          <a:off x="0" y="3464800"/>
          <a:ext cx="1053434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Condition de </a:t>
          </a:r>
          <a:r>
            <a:rPr lang="en-US" sz="2200" b="1" kern="1200" dirty="0" err="1"/>
            <a:t>flambement</a:t>
          </a:r>
          <a:endParaRPr lang="en-US" sz="2200" kern="1200" dirty="0"/>
        </a:p>
      </dsp:txBody>
      <dsp:txXfrm>
        <a:off x="27644" y="3492444"/>
        <a:ext cx="10479052" cy="510992"/>
      </dsp:txXfrm>
    </dsp:sp>
    <dsp:sp modelId="{A3D0F6D5-1E72-4F42-BBF6-54FF221FA394}">
      <dsp:nvSpPr>
        <dsp:cNvPr id="0" name=""/>
        <dsp:cNvSpPr/>
      </dsp:nvSpPr>
      <dsp:spPr>
        <a:xfrm>
          <a:off x="0" y="4031080"/>
          <a:ext cx="10534340" cy="9563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465" tIns="27940" rIns="156464" bIns="27940" numCol="1" spcCol="1270" anchor="t" anchorCtr="0">
          <a:noAutofit/>
        </a:bodyPr>
        <a:lstStyle/>
        <a:p>
          <a:pPr marL="171450" lvl="1" indent="-171450" algn="ctr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14:m xmlns:a14="http://schemas.microsoft.com/office/drawing/2010/main">
            <m:oMathPara xmlns:m="http://schemas.openxmlformats.org/officeDocument/2006/math">
              <m:oMathParaPr>
                <m:jc m:val="centerGroup"/>
              </m:oMathParaPr>
              <m:oMath xmlns:m="http://schemas.openxmlformats.org/officeDocument/2006/math">
                <m:r>
                  <m:rPr>
                    <m:sty m:val="p"/>
                  </m:rPr>
                  <a:rPr lang="en-US" sz="1700" i="1" kern="1200" dirty="0" smtClean="0">
                    <a:latin typeface="Cambria Math" panose="02040503050406030204" pitchFamily="18" charset="0"/>
                  </a:rPr>
                  <m:t>det</m:t>
                </m:r>
                <m:r>
                  <a:rPr lang="en-US" sz="1700" i="1" kern="1200" dirty="0" smtClean="0">
                    <a:latin typeface="Cambria Math" panose="02040503050406030204" pitchFamily="18" charset="0"/>
                  </a:rPr>
                  <m:t>⁡([</m:t>
                </m:r>
                <m:sSub>
                  <m:sSubPr>
                    <m:ctrlPr>
                      <a:rPr lang="ar-EG" sz="170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ar-EG" sz="1700" i="1" kern="1200">
                        <a:latin typeface="Cambria Math" panose="02040503050406030204" pitchFamily="18" charset="0"/>
                      </a:rPr>
                      <m:t>𝐾</m:t>
                    </m:r>
                  </m:e>
                  <m:sub>
                    <m:r>
                      <a:rPr lang="ar-EG" sz="1700" i="0" kern="1200">
                        <a:latin typeface="Cambria Math" panose="02040503050406030204" pitchFamily="18" charset="0"/>
                      </a:rPr>
                      <m:t>0</m:t>
                    </m:r>
                  </m:sub>
                </m:sSub>
                <m:r>
                  <a:rPr lang="en-US" sz="1700" i="1" kern="1200" dirty="0" smtClean="0">
                    <a:latin typeface="Cambria Math" panose="02040503050406030204" pitchFamily="18" charset="0"/>
                  </a:rPr>
                  <m:t>​]+</m:t>
                </m:r>
                <m:r>
                  <a:rPr lang="el-GR" sz="1700" i="1" kern="1200" dirty="0" smtClean="0">
                    <a:latin typeface="Cambria Math" panose="02040503050406030204" pitchFamily="18" charset="0"/>
                  </a:rPr>
                  <m:t>𝜆</m:t>
                </m:r>
                <m:r>
                  <a:rPr lang="el-GR" sz="1700" i="1" kern="1200" dirty="0" smtClean="0">
                    <a:latin typeface="Cambria Math" panose="02040503050406030204" pitchFamily="18" charset="0"/>
                  </a:rPr>
                  <m:t>[</m:t>
                </m:r>
                <m:sSub>
                  <m:sSubPr>
                    <m:ctrlPr>
                      <a:rPr lang="ar-EG" sz="1700" i="1" kern="1200" smtClean="0">
                        <a:latin typeface="Cambria Math" panose="02040503050406030204" pitchFamily="18" charset="0"/>
                      </a:rPr>
                    </m:ctrlPr>
                  </m:sSubPr>
                  <m:e>
                    <m:r>
                      <a:rPr lang="ar-EG" sz="1700" i="1" kern="1200">
                        <a:latin typeface="Cambria Math" panose="02040503050406030204" pitchFamily="18" charset="0"/>
                      </a:rPr>
                      <m:t>𝐾</m:t>
                    </m:r>
                  </m:e>
                  <m:sub>
                    <m:r>
                      <a:rPr lang="ar-EG" sz="1700" i="1" kern="1200">
                        <a:latin typeface="Cambria Math" panose="02040503050406030204" pitchFamily="18" charset="0"/>
                      </a:rPr>
                      <m:t>𝜎</m:t>
                    </m:r>
                  </m:sub>
                </m:sSub>
                <m:r>
                  <a:rPr lang="el-GR" sz="1700" i="1" kern="1200" dirty="0" smtClean="0">
                    <a:latin typeface="Cambria Math" panose="02040503050406030204" pitchFamily="18" charset="0"/>
                  </a:rPr>
                  <m:t>​])</m:t>
                </m:r>
                <m:r>
                  <a:rPr lang="fr-FR" sz="1700" i="1" kern="1200" dirty="0" smtClean="0">
                    <a:latin typeface="Cambria Math" panose="02040503050406030204" pitchFamily="18" charset="0"/>
                  </a:rPr>
                  <m:t> </m:t>
                </m:r>
                <m:r>
                  <a:rPr lang="el-GR" sz="1700" i="1" kern="1200" dirty="0" smtClean="0">
                    <a:latin typeface="Cambria Math" panose="02040503050406030204" pitchFamily="18" charset="0"/>
                  </a:rPr>
                  <m:t>=</m:t>
                </m:r>
                <m:r>
                  <a:rPr lang="fr-FR" sz="1700" i="1" kern="1200" dirty="0" smtClean="0">
                    <a:latin typeface="Cambria Math" panose="02040503050406030204" pitchFamily="18" charset="0"/>
                  </a:rPr>
                  <m:t> </m:t>
                </m:r>
                <m:r>
                  <a:rPr lang="el-GR" sz="1700" i="1" kern="1200" dirty="0" smtClean="0">
                    <a:latin typeface="Cambria Math" panose="02040503050406030204" pitchFamily="18" charset="0"/>
                  </a:rPr>
                  <m:t>0</m:t>
                </m:r>
                <m:r>
                  <a:rPr lang="fr-FR" sz="1700" i="1" kern="1200" dirty="0" smtClean="0">
                    <a:latin typeface="Cambria Math" panose="02040503050406030204" pitchFamily="18" charset="0"/>
                  </a:rPr>
                  <m:t> </m:t>
                </m:r>
              </m:oMath>
            </m:oMathPara>
          </a14:m>
          <a:endParaRPr lang="fr-FR" sz="1700" kern="1200" dirty="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→ </a:t>
          </a:r>
          <a:r>
            <a:rPr lang="en-US" sz="1700" kern="1200" dirty="0" err="1"/>
            <a:t>perte</a:t>
          </a:r>
          <a:r>
            <a:rPr lang="en-US" sz="1700" kern="1200" dirty="0"/>
            <a:t> de </a:t>
          </a:r>
          <a:r>
            <a:rPr lang="en-US" sz="1700" kern="1200" dirty="0" err="1"/>
            <a:t>rigidité</a:t>
          </a:r>
          <a:endParaRPr lang="en-US" sz="1700" kern="1200" dirty="0"/>
        </a:p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en-US" sz="1700" kern="1200" dirty="0"/>
            <a:t>→ </a:t>
          </a:r>
          <a:r>
            <a:rPr lang="en-US" sz="1700" kern="1200" dirty="0" err="1"/>
            <a:t>instabilité</a:t>
          </a:r>
          <a:r>
            <a:rPr lang="en-US" sz="1700" kern="1200" dirty="0"/>
            <a:t> de la structure</a:t>
          </a:r>
        </a:p>
      </dsp:txBody>
      <dsp:txXfrm>
        <a:off x="0" y="4031080"/>
        <a:ext cx="10534340" cy="956340"/>
      </dsp:txXfrm>
    </dsp:sp>
    <dsp:sp modelId="{CD539DD5-B11C-4EA2-B3A7-E769AE2E89BA}">
      <dsp:nvSpPr>
        <dsp:cNvPr id="0" name=""/>
        <dsp:cNvSpPr/>
      </dsp:nvSpPr>
      <dsp:spPr>
        <a:xfrm>
          <a:off x="0" y="4987421"/>
          <a:ext cx="10534340" cy="5662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Charge critique</a:t>
          </a:r>
          <a:endParaRPr lang="en-US" sz="2200" kern="1200" dirty="0"/>
        </a:p>
      </dsp:txBody>
      <dsp:txXfrm>
        <a:off x="27644" y="5015065"/>
        <a:ext cx="10479052" cy="510992"/>
      </dsp:txXfrm>
    </dsp:sp>
    <dsp:sp modelId="{59921980-5B66-4E1A-9A0F-C4013869B2B2}">
      <dsp:nvSpPr>
        <dsp:cNvPr id="0" name=""/>
        <dsp:cNvSpPr/>
      </dsp:nvSpPr>
      <dsp:spPr>
        <a:xfrm>
          <a:off x="0" y="5553701"/>
          <a:ext cx="10534340" cy="4440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4465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10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d>
                <m:dPr>
                  <m:begChr m:val="{"/>
                  <m:endChr m:val="}"/>
                  <m:ctrlPr>
                    <a:rPr lang="ar-EG" sz="1700" i="1" kern="1200" smtClean="0">
                      <a:latin typeface="Cambria Math" panose="02040503050406030204" pitchFamily="18" charset="0"/>
                    </a:rPr>
                  </m:ctrlPr>
                </m:dPr>
                <m:e>
                  <m:sSub>
                    <m:sSubPr>
                      <m:ctrlPr>
                        <a:rPr lang="ar-EG" sz="1700" i="1" kern="120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ar-EG" sz="1700" i="1" kern="1200">
                          <a:latin typeface="Cambria Math" panose="02040503050406030204" pitchFamily="18" charset="0"/>
                        </a:rPr>
                        <m:t>𝐹</m:t>
                      </m:r>
                    </m:e>
                    <m:sub>
                      <m:r>
                        <m:rPr>
                          <m:nor/>
                        </m:rPr>
                        <a:rPr lang="en-US" sz="1700" b="0" i="1" kern="1200"/>
                        <m:t>critique</m:t>
                      </m:r>
                    </m:sub>
                  </m:sSub>
                </m:e>
              </m:d>
              <m:r>
                <a:rPr lang="ar-EG" sz="1700" b="0" i="0" kern="1200">
                  <a:latin typeface="Cambria Math" panose="02040503050406030204" pitchFamily="18" charset="0"/>
                </a:rPr>
                <m:t>=</m:t>
              </m:r>
              <m:r>
                <a:rPr lang="ar-EG" sz="1700" b="0" i="1" kern="1200">
                  <a:latin typeface="Cambria Math" panose="02040503050406030204" pitchFamily="18" charset="0"/>
                </a:rPr>
                <m:t>𝜆</m:t>
              </m:r>
              <m:r>
                <a:rPr lang="ar-EG" sz="1700" b="0" i="0" kern="1200">
                  <a:latin typeface="Cambria Math" panose="02040503050406030204" pitchFamily="18" charset="0"/>
                </a:rPr>
                <m:t>⋅</m:t>
              </m:r>
              <m:d>
                <m:dPr>
                  <m:begChr m:val="{"/>
                  <m:endChr m:val="}"/>
                  <m:ctrlPr>
                    <a:rPr lang="ar-EG" sz="1700" b="0" i="1" kern="120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ar-EG" sz="1700" b="0" i="1" kern="1200">
                      <a:latin typeface="Cambria Math" panose="02040503050406030204" pitchFamily="18" charset="0"/>
                    </a:rPr>
                    <m:t>𝐹</m:t>
                  </m:r>
                </m:e>
              </m:d>
            </m:oMath>
          </a14:m>
          <a:endParaRPr lang="en-US" sz="1700" kern="1200" dirty="0"/>
        </a:p>
      </dsp:txBody>
      <dsp:txXfrm>
        <a:off x="0" y="5553701"/>
        <a:ext cx="10534340" cy="4440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4CB163-1B1B-42CB-83DB-900FB0A4836F}">
      <dsp:nvSpPr>
        <dsp:cNvPr id="0" name=""/>
        <dsp:cNvSpPr/>
      </dsp:nvSpPr>
      <dsp:spPr>
        <a:xfrm>
          <a:off x="0" y="149808"/>
          <a:ext cx="695243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Géométrie de la cuve</a:t>
          </a:r>
          <a:endParaRPr lang="en-US" sz="2200" kern="1200"/>
        </a:p>
      </dsp:txBody>
      <dsp:txXfrm>
        <a:off x="25759" y="175567"/>
        <a:ext cx="6900921" cy="476152"/>
      </dsp:txXfrm>
    </dsp:sp>
    <dsp:sp modelId="{55BF5490-265D-49A0-8B25-EA0CCA40BF25}">
      <dsp:nvSpPr>
        <dsp:cNvPr id="0" name=""/>
        <dsp:cNvSpPr/>
      </dsp:nvSpPr>
      <dsp:spPr>
        <a:xfrm>
          <a:off x="0" y="677478"/>
          <a:ext cx="6952439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74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Cuve cylindrique mince verticale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Rayon : </a:t>
          </a:r>
          <a14:m xmlns:a14="http://schemas.microsoft.com/office/drawing/2010/main">
            <m:oMath xmlns:m="http://schemas.openxmlformats.org/officeDocument/2006/math">
              <m:r>
                <a:rPr lang="fr-FR" sz="1700" i="1" kern="1200">
                  <a:latin typeface="Cambria Math" panose="02040503050406030204" pitchFamily="18" charset="0"/>
                </a:rPr>
                <m:t>𝑅</m:t>
              </m:r>
              <m:r>
                <a:rPr lang="fr-FR" sz="1700" kern="1200">
                  <a:latin typeface="Cambria Math" panose="02040503050406030204" pitchFamily="18" charset="0"/>
                </a:rPr>
                <m:t>=</m:t>
              </m:r>
              <m:r>
                <a:rPr lang="fr-FR" sz="1700" kern="1200">
                  <a:latin typeface="Cambria Math" panose="02040503050406030204" pitchFamily="18" charset="0"/>
                </a:rPr>
                <m:t>3</m:t>
              </m:r>
              <m:r>
                <m:rPr>
                  <m:nor/>
                </m:rPr>
                <a:rPr lang="fr-FR" sz="1700" i="1" kern="1200"/>
                <m:t> </m:t>
              </m:r>
              <m:r>
                <m:rPr>
                  <m:nor/>
                </m:rPr>
                <a:rPr lang="fr-FR" sz="1700" i="1" kern="1200"/>
                <m:t>m</m:t>
              </m:r>
            </m:oMath>
          </a14:m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Hauteur : </a:t>
          </a:r>
          <a14:m xmlns:a14="http://schemas.microsoft.com/office/drawing/2010/main">
            <m:oMath xmlns:m="http://schemas.openxmlformats.org/officeDocument/2006/math">
              <m:r>
                <a:rPr lang="fr-FR" sz="1700" i="1" kern="1200">
                  <a:latin typeface="Cambria Math" panose="02040503050406030204" pitchFamily="18" charset="0"/>
                </a:rPr>
                <m:t>𝐻</m:t>
              </m:r>
              <m:r>
                <a:rPr lang="fr-FR" sz="1700" kern="1200">
                  <a:latin typeface="Cambria Math" panose="02040503050406030204" pitchFamily="18" charset="0"/>
                </a:rPr>
                <m:t>=</m:t>
              </m:r>
              <m:r>
                <a:rPr lang="fr-FR" sz="1700" kern="1200">
                  <a:latin typeface="Cambria Math" panose="02040503050406030204" pitchFamily="18" charset="0"/>
                </a:rPr>
                <m:t>10</m:t>
              </m:r>
              <m:r>
                <a:rPr lang="fr-FR" sz="1700" kern="1200">
                  <a:latin typeface="Cambria Math" panose="02040503050406030204" pitchFamily="18" charset="0"/>
                </a:rPr>
                <m:t>,</m:t>
              </m:r>
              <m:r>
                <a:rPr lang="fr-FR" sz="1700" kern="1200">
                  <a:latin typeface="Cambria Math" panose="02040503050406030204" pitchFamily="18" charset="0"/>
                </a:rPr>
                <m:t>5</m:t>
              </m:r>
              <m:r>
                <m:rPr>
                  <m:nor/>
                </m:rPr>
                <a:rPr lang="fr-FR" sz="1700" i="1" kern="1200"/>
                <m:t> </m:t>
              </m:r>
              <m:r>
                <m:rPr>
                  <m:nor/>
                </m:rPr>
                <a:rPr lang="fr-FR" sz="1700" i="1" kern="1200"/>
                <m:t>m</m:t>
              </m:r>
            </m:oMath>
          </a14:m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Épaisseur constante : </a:t>
          </a:r>
          <a14:m xmlns:a14="http://schemas.microsoft.com/office/drawing/2010/main">
            <m:oMath xmlns:m="http://schemas.openxmlformats.org/officeDocument/2006/math">
              <m:r>
                <a:rPr lang="fr-FR" sz="1700" i="1" kern="1200">
                  <a:latin typeface="Cambria Math" panose="02040503050406030204" pitchFamily="18" charset="0"/>
                </a:rPr>
                <m:t>𝑒</m:t>
              </m:r>
              <m:r>
                <a:rPr lang="fr-FR" sz="1700" kern="1200">
                  <a:latin typeface="Cambria Math" panose="02040503050406030204" pitchFamily="18" charset="0"/>
                </a:rPr>
                <m:t>=</m:t>
              </m:r>
              <m:r>
                <a:rPr lang="fr-FR" sz="1700" kern="1200">
                  <a:latin typeface="Cambria Math" panose="02040503050406030204" pitchFamily="18" charset="0"/>
                </a:rPr>
                <m:t>0</m:t>
              </m:r>
              <m:r>
                <a:rPr lang="fr-FR" sz="1700" kern="1200">
                  <a:latin typeface="Cambria Math" panose="02040503050406030204" pitchFamily="18" charset="0"/>
                </a:rPr>
                <m:t>,</m:t>
              </m:r>
              <m:r>
                <a:rPr lang="fr-FR" sz="1700" kern="1200">
                  <a:latin typeface="Cambria Math" panose="02040503050406030204" pitchFamily="18" charset="0"/>
                </a:rPr>
                <m:t>01</m:t>
              </m:r>
              <m:r>
                <m:rPr>
                  <m:nor/>
                </m:rPr>
                <a:rPr lang="fr-FR" sz="1700" i="1" kern="1200"/>
                <m:t> </m:t>
              </m:r>
              <m:r>
                <m:rPr>
                  <m:nor/>
                </m:rPr>
                <a:rPr lang="fr-FR" sz="1700" i="1" kern="1200"/>
                <m:t>m</m:t>
              </m:r>
            </m:oMath>
          </a14:m>
          <a:endParaRPr lang="en-US" sz="1700" kern="1200" dirty="0"/>
        </a:p>
      </dsp:txBody>
      <dsp:txXfrm>
        <a:off x="0" y="677478"/>
        <a:ext cx="6952439" cy="1184040"/>
      </dsp:txXfrm>
    </dsp:sp>
    <dsp:sp modelId="{9F5A98FB-837F-463A-9FD4-33FAC87031C0}">
      <dsp:nvSpPr>
        <dsp:cNvPr id="0" name=""/>
        <dsp:cNvSpPr/>
      </dsp:nvSpPr>
      <dsp:spPr>
        <a:xfrm>
          <a:off x="0" y="1861518"/>
          <a:ext cx="695243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 dirty="0"/>
            <a:t>Hypothèses de modélisation</a:t>
          </a:r>
          <a:endParaRPr lang="en-US" sz="2200" kern="1200" dirty="0"/>
        </a:p>
      </dsp:txBody>
      <dsp:txXfrm>
        <a:off x="25759" y="1887277"/>
        <a:ext cx="6900921" cy="476152"/>
      </dsp:txXfrm>
    </dsp:sp>
    <dsp:sp modelId="{8E3BCBE1-9DC9-4A31-A1F9-450352563E63}">
      <dsp:nvSpPr>
        <dsp:cNvPr id="0" name=""/>
        <dsp:cNvSpPr/>
      </dsp:nvSpPr>
      <dsp:spPr>
        <a:xfrm>
          <a:off x="0" y="2389188"/>
          <a:ext cx="6952439" cy="1184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74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Comportement linéaire élastique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Matériau isotrope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Petites déformations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Absence </a:t>
          </a:r>
          <a:r>
            <a:rPr lang="fr-FR" sz="1700" kern="1200"/>
            <a:t>d’imperfections géométriques</a:t>
          </a:r>
          <a:endParaRPr lang="en-US" sz="1700" kern="1200" dirty="0"/>
        </a:p>
      </dsp:txBody>
      <dsp:txXfrm>
        <a:off x="0" y="2389188"/>
        <a:ext cx="6952439" cy="1184040"/>
      </dsp:txXfrm>
    </dsp:sp>
    <dsp:sp modelId="{1921E78B-9935-4895-BD55-A315068717EC}">
      <dsp:nvSpPr>
        <dsp:cNvPr id="0" name=""/>
        <dsp:cNvSpPr/>
      </dsp:nvSpPr>
      <dsp:spPr>
        <a:xfrm>
          <a:off x="0" y="3573229"/>
          <a:ext cx="6952439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 dirty="0"/>
            <a:t>Type d’éléments</a:t>
          </a:r>
          <a:endParaRPr lang="en-US" sz="2200" kern="1200" dirty="0"/>
        </a:p>
      </dsp:txBody>
      <dsp:txXfrm>
        <a:off x="25759" y="3598988"/>
        <a:ext cx="6900921" cy="476152"/>
      </dsp:txXfrm>
    </dsp:sp>
    <dsp:sp modelId="{2C2C1315-DFC9-4040-B9EB-BCACFB3DD378}">
      <dsp:nvSpPr>
        <dsp:cNvPr id="0" name=""/>
        <dsp:cNvSpPr/>
      </dsp:nvSpPr>
      <dsp:spPr>
        <a:xfrm>
          <a:off x="0" y="4100899"/>
          <a:ext cx="6952439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0740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Éléments quad, propriétés coques 2D (Adaptés aux structures minces)</a:t>
          </a:r>
          <a:endParaRPr lang="en-US" sz="1700" kern="1200" dirty="0"/>
        </a:p>
      </dsp:txBody>
      <dsp:txXfrm>
        <a:off x="0" y="4100899"/>
        <a:ext cx="6952439" cy="36432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B050D4-15DA-4A5E-B837-163378CAB86E}">
      <dsp:nvSpPr>
        <dsp:cNvPr id="0" name=""/>
        <dsp:cNvSpPr/>
      </dsp:nvSpPr>
      <dsp:spPr>
        <a:xfrm>
          <a:off x="0" y="5444"/>
          <a:ext cx="6700583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latin typeface="Aptos" panose="020B0004020202020204" pitchFamily="34" charset="0"/>
            </a:rPr>
            <a:t>Conditions aux limites</a:t>
          </a:r>
          <a:endParaRPr lang="en-US" sz="2000" b="1" kern="1200" dirty="0">
            <a:latin typeface="Aptos" panose="020B0004020202020204" pitchFamily="34" charset="0"/>
          </a:endParaRPr>
        </a:p>
      </dsp:txBody>
      <dsp:txXfrm>
        <a:off x="29243" y="34687"/>
        <a:ext cx="6642097" cy="540554"/>
      </dsp:txXfrm>
    </dsp:sp>
    <dsp:sp modelId="{86E342C8-7578-4DE1-88EE-BC3B269FD44A}">
      <dsp:nvSpPr>
        <dsp:cNvPr id="0" name=""/>
        <dsp:cNvSpPr/>
      </dsp:nvSpPr>
      <dsp:spPr>
        <a:xfrm>
          <a:off x="0" y="604484"/>
          <a:ext cx="6700583" cy="1026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74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>
              <a:latin typeface="Aptos" panose="020B0004020202020204" pitchFamily="34" charset="0"/>
            </a:rPr>
            <a:t>Base de la cuve </a:t>
          </a:r>
          <a:r>
            <a:rPr lang="fr-FR" sz="2000" b="1" kern="1200" dirty="0">
              <a:latin typeface="Aptos" panose="020B0004020202020204" pitchFamily="34" charset="0"/>
            </a:rPr>
            <a:t>encastrée</a:t>
          </a:r>
          <a:endParaRPr lang="en-US" sz="200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>
              <a:latin typeface="Aptos" panose="020B0004020202020204" pitchFamily="34" charset="0"/>
            </a:rPr>
            <a:t>Appui plan de normale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fr-FR" sz="2000" i="1" kern="1200"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fr-FR" sz="2000" b="0" i="1" kern="1200">
                      <a:latin typeface="Cambria Math" panose="02040503050406030204" pitchFamily="18" charset="0"/>
                    </a:rPr>
                    <m:t>𝑥</m:t>
                  </m:r>
                </m:e>
              </m:acc>
            </m:oMath>
          </a14:m>
          <a:endParaRPr lang="en-US" sz="200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>
              <a:latin typeface="Aptos" panose="020B0004020202020204" pitchFamily="34" charset="0"/>
            </a:rPr>
            <a:t>Appui plan de normale </a:t>
          </a:r>
          <a14:m xmlns:a14="http://schemas.microsoft.com/office/drawing/2010/main">
            <m:oMath xmlns:m="http://schemas.openxmlformats.org/officeDocument/2006/math">
              <m:acc>
                <m:accPr>
                  <m:chr m:val="⃗"/>
                  <m:ctrlPr>
                    <a:rPr lang="fr-FR" sz="2000" i="1" kern="1200">
                      <a:latin typeface="Cambria Math" panose="02040503050406030204" pitchFamily="18" charset="0"/>
                    </a:rPr>
                  </m:ctrlPr>
                </m:accPr>
                <m:e>
                  <m:r>
                    <a:rPr lang="fr-FR" sz="2000" b="0" i="1" kern="1200">
                      <a:latin typeface="Cambria Math" panose="02040503050406030204" pitchFamily="18" charset="0"/>
                    </a:rPr>
                    <m:t>𝑧</m:t>
                  </m:r>
                </m:e>
              </m:acc>
            </m:oMath>
          </a14:m>
          <a:endParaRPr lang="en-US" sz="2000" kern="1200" dirty="0">
            <a:latin typeface="Aptos" panose="020B0004020202020204" pitchFamily="34" charset="0"/>
          </a:endParaRPr>
        </a:p>
      </dsp:txBody>
      <dsp:txXfrm>
        <a:off x="0" y="604484"/>
        <a:ext cx="6700583" cy="1026720"/>
      </dsp:txXfrm>
    </dsp:sp>
    <dsp:sp modelId="{975BD40E-713B-4FBE-A720-6612C882CB08}">
      <dsp:nvSpPr>
        <dsp:cNvPr id="0" name=""/>
        <dsp:cNvSpPr/>
      </dsp:nvSpPr>
      <dsp:spPr>
        <a:xfrm>
          <a:off x="0" y="1631204"/>
          <a:ext cx="6700583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latin typeface="Aptos" panose="020B0004020202020204" pitchFamily="34" charset="0"/>
            </a:rPr>
            <a:t>Réduction du domaine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29243" y="1660447"/>
        <a:ext cx="6642097" cy="540554"/>
      </dsp:txXfrm>
    </dsp:sp>
    <dsp:sp modelId="{FB426EC1-A2E3-4523-A18E-121585FBEFE5}">
      <dsp:nvSpPr>
        <dsp:cNvPr id="0" name=""/>
        <dsp:cNvSpPr/>
      </dsp:nvSpPr>
      <dsp:spPr>
        <a:xfrm>
          <a:off x="0" y="2230244"/>
          <a:ext cx="6700583" cy="960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74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>
              <a:latin typeface="Aptos" panose="020B0004020202020204" pitchFamily="34" charset="0"/>
            </a:rPr>
            <a:t>Exploitation des symétries géométriques, de chargement et des conditions limites.</a:t>
          </a:r>
          <a:endParaRPr lang="en-US" sz="200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>
              <a:latin typeface="Aptos" panose="020B0004020202020204" pitchFamily="34" charset="0"/>
            </a:rPr>
            <a:t>Modélisation d’un </a:t>
          </a:r>
          <a:r>
            <a:rPr lang="fr-FR" sz="2000" b="1" kern="1200" dirty="0">
              <a:latin typeface="Aptos" panose="020B0004020202020204" pitchFamily="34" charset="0"/>
            </a:rPr>
            <a:t>quart de cuve (1/4)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0" y="2230244"/>
        <a:ext cx="6700583" cy="960480"/>
      </dsp:txXfrm>
    </dsp:sp>
    <dsp:sp modelId="{415C75BF-F710-4DAC-9CFC-6FED4886B906}">
      <dsp:nvSpPr>
        <dsp:cNvPr id="0" name=""/>
        <dsp:cNvSpPr/>
      </dsp:nvSpPr>
      <dsp:spPr>
        <a:xfrm>
          <a:off x="0" y="3190724"/>
          <a:ext cx="6700583" cy="5990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000" b="1" kern="1200" dirty="0">
              <a:latin typeface="Aptos" panose="020B0004020202020204" pitchFamily="34" charset="0"/>
            </a:rPr>
            <a:t>Avantages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29243" y="3219967"/>
        <a:ext cx="6642097" cy="540554"/>
      </dsp:txXfrm>
    </dsp:sp>
    <dsp:sp modelId="{A8DFFEF9-BEBA-42A6-9E6C-A6263154DB60}">
      <dsp:nvSpPr>
        <dsp:cNvPr id="0" name=""/>
        <dsp:cNvSpPr/>
      </dsp:nvSpPr>
      <dsp:spPr>
        <a:xfrm>
          <a:off x="0" y="3789764"/>
          <a:ext cx="6700583" cy="6789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2744" tIns="25400" rIns="142240" bIns="2540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>
              <a:latin typeface="Aptos" panose="020B0004020202020204" pitchFamily="34" charset="0"/>
            </a:rPr>
            <a:t>Réduction du temps de calcul</a:t>
          </a:r>
          <a:endParaRPr lang="en-US" sz="2000" kern="1200" dirty="0">
            <a:latin typeface="Aptos" panose="020B0004020202020204" pitchFamily="34" charset="0"/>
          </a:endParaRP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>
              <a:latin typeface="Aptos" panose="020B0004020202020204" pitchFamily="34" charset="0"/>
            </a:rPr>
            <a:t>Conservation du comportement mécanique global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0" y="3789764"/>
        <a:ext cx="6700583" cy="67896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8E8C1C-5D48-44CA-9973-C70E7C7CF98F}">
      <dsp:nvSpPr>
        <dsp:cNvPr id="0" name=""/>
        <dsp:cNvSpPr/>
      </dsp:nvSpPr>
      <dsp:spPr>
        <a:xfrm>
          <a:off x="0" y="28452"/>
          <a:ext cx="4446302" cy="95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Aptos" panose="020B0004020202020204" pitchFamily="34" charset="0"/>
            </a:rPr>
            <a:t>Calcul</a:t>
          </a:r>
          <a:r>
            <a:rPr lang="en-US" sz="2000" kern="1200" dirty="0">
              <a:latin typeface="Aptos" panose="020B0004020202020204" pitchFamily="34" charset="0"/>
            </a:rPr>
            <a:t> </a:t>
          </a:r>
          <a:r>
            <a:rPr lang="en-US" sz="2000" kern="1200" dirty="0" err="1">
              <a:latin typeface="Aptos" panose="020B0004020202020204" pitchFamily="34" charset="0"/>
            </a:rPr>
            <a:t>réalisé</a:t>
          </a:r>
          <a:r>
            <a:rPr lang="en-US" sz="2000" kern="1200" dirty="0">
              <a:latin typeface="Aptos" panose="020B0004020202020204" pitchFamily="34" charset="0"/>
            </a:rPr>
            <a:t> sous </a:t>
          </a:r>
          <a:r>
            <a:rPr lang="en-US" sz="2000" b="1" kern="1200" dirty="0" err="1">
              <a:latin typeface="Aptos" panose="020B0004020202020204" pitchFamily="34" charset="0"/>
            </a:rPr>
            <a:t>poids</a:t>
          </a:r>
          <a:r>
            <a:rPr lang="en-US" sz="2000" b="1" kern="1200" dirty="0">
              <a:latin typeface="Aptos" panose="020B0004020202020204" pitchFamily="34" charset="0"/>
            </a:rPr>
            <a:t> propre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46606" y="75058"/>
        <a:ext cx="4353090" cy="861508"/>
      </dsp:txXfrm>
    </dsp:sp>
    <dsp:sp modelId="{366C2098-9B0A-4FE1-A78F-4F5932152F52}">
      <dsp:nvSpPr>
        <dsp:cNvPr id="0" name=""/>
        <dsp:cNvSpPr/>
      </dsp:nvSpPr>
      <dsp:spPr>
        <a:xfrm>
          <a:off x="0" y="1130052"/>
          <a:ext cx="4446302" cy="95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Aptos" panose="020B0004020202020204" pitchFamily="34" charset="0"/>
            </a:rPr>
            <a:t>Comparaison</a:t>
          </a:r>
          <a:r>
            <a:rPr lang="en-US" sz="2000" kern="1200" dirty="0">
              <a:latin typeface="Aptos" panose="020B0004020202020204" pitchFamily="34" charset="0"/>
            </a:rPr>
            <a:t> des </a:t>
          </a:r>
          <a:r>
            <a:rPr lang="en-US" sz="2000" b="1" kern="1200" dirty="0" err="1">
              <a:latin typeface="Aptos" panose="020B0004020202020204" pitchFamily="34" charset="0"/>
            </a:rPr>
            <a:t>formes</a:t>
          </a:r>
          <a:r>
            <a:rPr lang="en-US" sz="2000" b="1" kern="1200" dirty="0">
              <a:latin typeface="Aptos" panose="020B0004020202020204" pitchFamily="34" charset="0"/>
            </a:rPr>
            <a:t> de </a:t>
          </a:r>
          <a:r>
            <a:rPr lang="en-US" sz="2000" b="1" kern="1200" dirty="0" err="1">
              <a:latin typeface="Aptos" panose="020B0004020202020204" pitchFamily="34" charset="0"/>
            </a:rPr>
            <a:t>flambement</a:t>
          </a:r>
          <a:endParaRPr lang="en-US" sz="2000" kern="1200" dirty="0">
            <a:latin typeface="Aptos" panose="020B0004020202020204" pitchFamily="34" charset="0"/>
          </a:endParaRPr>
        </a:p>
      </dsp:txBody>
      <dsp:txXfrm>
        <a:off x="46606" y="1176658"/>
        <a:ext cx="4353090" cy="861508"/>
      </dsp:txXfrm>
    </dsp:sp>
    <dsp:sp modelId="{957B8EAC-699D-49C4-B333-634F39F09863}">
      <dsp:nvSpPr>
        <dsp:cNvPr id="0" name=""/>
        <dsp:cNvSpPr/>
      </dsp:nvSpPr>
      <dsp:spPr>
        <a:xfrm>
          <a:off x="0" y="2231652"/>
          <a:ext cx="4446302" cy="95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Aptos" panose="020B0004020202020204" pitchFamily="34" charset="0"/>
            </a:rPr>
            <a:t>Modèle </a:t>
          </a:r>
          <a:r>
            <a:rPr lang="en-US" sz="2000" kern="1200" dirty="0" err="1">
              <a:latin typeface="Aptos" panose="020B0004020202020204" pitchFamily="34" charset="0"/>
            </a:rPr>
            <a:t>complet</a:t>
          </a:r>
          <a:r>
            <a:rPr lang="en-US" sz="2000" kern="1200" dirty="0">
              <a:latin typeface="Aptos" panose="020B0004020202020204" pitchFamily="34" charset="0"/>
            </a:rPr>
            <a:t> :</a:t>
          </a:r>
          <a14:m xmlns:a14="http://schemas.microsoft.com/office/drawing/2010/main">
            <m:oMath xmlns:m="http://schemas.openxmlformats.org/officeDocument/2006/math">
              <m:r>
                <a:rPr lang="fr-FR" sz="2000" b="0" i="0" kern="1200" smtClean="0">
                  <a:latin typeface="Cambria Math" panose="02040503050406030204" pitchFamily="18" charset="0"/>
                </a:rPr>
                <m:t> </m:t>
              </m:r>
              <m:sSub>
                <m:sSubPr>
                  <m:ctrlPr>
                    <a:rPr lang="ar-EG" sz="20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2000" i="1" kern="1200">
                      <a:latin typeface="Cambria Math" panose="02040503050406030204" pitchFamily="18" charset="0"/>
                    </a:rPr>
                    <m:t>𝜆</m:t>
                  </m:r>
                </m:e>
                <m:sub>
                  <m:r>
                    <a:rPr lang="ar-EG" sz="2000" i="0" kern="1200">
                      <a:latin typeface="Cambria Math" panose="02040503050406030204" pitchFamily="18" charset="0"/>
                    </a:rPr>
                    <m:t>1</m:t>
                  </m:r>
                </m:sub>
              </m:sSub>
              <m:r>
                <a:rPr lang="ar-EG" sz="2000" i="0" kern="1200">
                  <a:latin typeface="Cambria Math" panose="02040503050406030204" pitchFamily="18" charset="0"/>
                </a:rPr>
                <m:t>=</m:t>
              </m:r>
              <m:sSub>
                <m:sSubPr>
                  <m:ctrlPr>
                    <a:rPr lang="ar-EG" sz="20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2000" i="1" kern="1200">
                      <a:latin typeface="Cambria Math" panose="02040503050406030204" pitchFamily="18" charset="0"/>
                    </a:rPr>
                    <m:t>𝜆</m:t>
                  </m:r>
                </m:e>
                <m:sub>
                  <m:r>
                    <a:rPr lang="ar-EG" sz="2000" i="0" kern="1200">
                      <a:latin typeface="Cambria Math" panose="02040503050406030204" pitchFamily="18" charset="0"/>
                    </a:rPr>
                    <m:t>2</m:t>
                  </m:r>
                </m:sub>
              </m:sSub>
              <m:r>
                <a:rPr lang="ar-EG" sz="2000" i="0" kern="1200">
                  <a:latin typeface="Cambria Math" panose="02040503050406030204" pitchFamily="18" charset="0"/>
                </a:rPr>
                <m:t>≈</m:t>
              </m:r>
              <m:r>
                <a:rPr lang="ar-EG" sz="2000" i="0" kern="1200">
                  <a:latin typeface="Cambria Math" panose="02040503050406030204" pitchFamily="18" charset="0"/>
                </a:rPr>
                <m:t>2990</m:t>
              </m:r>
            </m:oMath>
          </a14:m>
          <a:endParaRPr lang="en-US" sz="2000" kern="1200" dirty="0">
            <a:latin typeface="Aptos" panose="020B0004020202020204" pitchFamily="34" charset="0"/>
          </a:endParaRPr>
        </a:p>
      </dsp:txBody>
      <dsp:txXfrm>
        <a:off x="46606" y="2278258"/>
        <a:ext cx="4353090" cy="861508"/>
      </dsp:txXfrm>
    </dsp:sp>
    <dsp:sp modelId="{94EA181D-CBCD-484A-AFB9-9E2773C543A9}">
      <dsp:nvSpPr>
        <dsp:cNvPr id="0" name=""/>
        <dsp:cNvSpPr/>
      </dsp:nvSpPr>
      <dsp:spPr>
        <a:xfrm>
          <a:off x="0" y="3333252"/>
          <a:ext cx="4446302" cy="9547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>
              <a:latin typeface="Aptos" panose="020B0004020202020204" pitchFamily="34" charset="0"/>
            </a:rPr>
            <a:t>Modèle</a:t>
          </a:r>
          <a:r>
            <a:rPr lang="en-US" sz="2000" kern="1200" dirty="0">
              <a:latin typeface="Aptos" panose="020B0004020202020204" pitchFamily="34" charset="0"/>
            </a:rPr>
            <a:t> 1/4 :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EG" sz="20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2000" i="1" kern="1200">
                      <a:latin typeface="Cambria Math" panose="02040503050406030204" pitchFamily="18" charset="0"/>
                    </a:rPr>
                    <m:t>𝜆</m:t>
                  </m:r>
                </m:e>
                <m:sub>
                  <m:r>
                    <a:rPr lang="ar-EG" sz="2000" i="0" kern="1200">
                      <a:latin typeface="Cambria Math" panose="02040503050406030204" pitchFamily="18" charset="0"/>
                    </a:rPr>
                    <m:t>1</m:t>
                  </m:r>
                </m:sub>
              </m:sSub>
              <m:r>
                <a:rPr lang="ar-EG" sz="2000" i="0" kern="1200">
                  <a:latin typeface="Cambria Math" panose="02040503050406030204" pitchFamily="18" charset="0"/>
                </a:rPr>
                <m:t>≈</m:t>
              </m:r>
              <m:r>
                <a:rPr lang="ar-EG" sz="2000" i="0" kern="1200">
                  <a:latin typeface="Cambria Math" panose="02040503050406030204" pitchFamily="18" charset="0"/>
                </a:rPr>
                <m:t>2998</m:t>
              </m:r>
            </m:oMath>
          </a14:m>
          <a:r>
            <a:rPr lang="ar-EG" sz="2000" kern="1200" dirty="0">
              <a:latin typeface="Aptos" panose="020B0004020202020204" pitchFamily="34" charset="0"/>
            </a:rPr>
            <a:t>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EG" sz="20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2000" i="1" kern="1200">
                      <a:latin typeface="Cambria Math" panose="02040503050406030204" pitchFamily="18" charset="0"/>
                    </a:rPr>
                    <m:t>𝜆</m:t>
                  </m:r>
                </m:e>
                <m:sub>
                  <m:r>
                    <a:rPr lang="ar-EG" sz="2000" i="0" kern="1200">
                      <a:latin typeface="Cambria Math" panose="02040503050406030204" pitchFamily="18" charset="0"/>
                    </a:rPr>
                    <m:t>2</m:t>
                  </m:r>
                </m:sub>
              </m:sSub>
              <m:r>
                <a:rPr lang="ar-EG" sz="2000" i="0" kern="1200">
                  <a:latin typeface="Cambria Math" panose="02040503050406030204" pitchFamily="18" charset="0"/>
                </a:rPr>
                <m:t>≈</m:t>
              </m:r>
              <m:r>
                <a:rPr lang="ar-EG" sz="2000" i="0" kern="1200">
                  <a:latin typeface="Cambria Math" panose="02040503050406030204" pitchFamily="18" charset="0"/>
                </a:rPr>
                <m:t>3003</m:t>
              </m:r>
            </m:oMath>
          </a14:m>
          <a:endParaRPr lang="en-US" sz="2000" kern="1200" dirty="0">
            <a:latin typeface="Aptos" panose="020B0004020202020204" pitchFamily="34" charset="0"/>
          </a:endParaRPr>
        </a:p>
      </dsp:txBody>
      <dsp:txXfrm>
        <a:off x="46606" y="3379858"/>
        <a:ext cx="4353090" cy="86150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890472-D459-4E1A-AFF3-AEE2303C3EE9}">
      <dsp:nvSpPr>
        <dsp:cNvPr id="0" name=""/>
        <dsp:cNvSpPr/>
      </dsp:nvSpPr>
      <dsp:spPr>
        <a:xfrm>
          <a:off x="0" y="14527"/>
          <a:ext cx="7971769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Cas 1 : </a:t>
          </a:r>
          <a:r>
            <a:rPr lang="en-US" sz="2800" b="1" kern="1200" dirty="0" err="1"/>
            <a:t>Poids</a:t>
          </a:r>
          <a:r>
            <a:rPr lang="en-US" sz="2800" b="1" kern="1200" dirty="0"/>
            <a:t> propre</a:t>
          </a:r>
          <a:endParaRPr lang="en-US" sz="2800" kern="1200" dirty="0"/>
        </a:p>
      </dsp:txBody>
      <dsp:txXfrm>
        <a:off x="32784" y="47311"/>
        <a:ext cx="7906201" cy="606012"/>
      </dsp:txXfrm>
    </dsp:sp>
    <dsp:sp modelId="{19E837F8-7BD8-4ED6-9F00-0141639CE058}">
      <dsp:nvSpPr>
        <dsp:cNvPr id="0" name=""/>
        <dsp:cNvSpPr/>
      </dsp:nvSpPr>
      <dsp:spPr>
        <a:xfrm>
          <a:off x="0" y="686107"/>
          <a:ext cx="7971769" cy="463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10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Charge </a:t>
          </a:r>
          <a:r>
            <a:rPr lang="en-US" sz="2200" kern="1200" dirty="0" err="1"/>
            <a:t>verticale</a:t>
          </a:r>
          <a:r>
            <a:rPr lang="en-US" sz="2200" kern="1200" dirty="0"/>
            <a:t> </a:t>
          </a:r>
          <a:r>
            <a:rPr lang="en-US" sz="2200" kern="1200" dirty="0" err="1"/>
            <a:t>équivalente</a:t>
          </a:r>
          <a:r>
            <a:rPr lang="en-US" sz="2200" kern="1200" dirty="0"/>
            <a:t> au </a:t>
          </a:r>
          <a:r>
            <a:rPr lang="en-US" sz="2200" kern="1200" dirty="0" err="1"/>
            <a:t>poids</a:t>
          </a:r>
          <a:r>
            <a:rPr lang="en-US" sz="2200" kern="1200" dirty="0"/>
            <a:t> du </a:t>
          </a:r>
          <a:r>
            <a:rPr lang="en-US" sz="2200" kern="1200" dirty="0" err="1"/>
            <a:t>toit</a:t>
          </a:r>
          <a:r>
            <a:rPr lang="en-US" sz="2200" kern="1200" dirty="0"/>
            <a:t> avec total load</a:t>
          </a:r>
        </a:p>
      </dsp:txBody>
      <dsp:txXfrm>
        <a:off x="0" y="686107"/>
        <a:ext cx="7971769" cy="463680"/>
      </dsp:txXfrm>
    </dsp:sp>
    <dsp:sp modelId="{9377B0D9-5AC8-4B0D-80C2-EF26F2ACF38A}">
      <dsp:nvSpPr>
        <dsp:cNvPr id="0" name=""/>
        <dsp:cNvSpPr/>
      </dsp:nvSpPr>
      <dsp:spPr>
        <a:xfrm>
          <a:off x="0" y="1149787"/>
          <a:ext cx="7971769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Cas 2 : Poids propre + pression hydrostatique</a:t>
          </a:r>
          <a:endParaRPr lang="en-US" sz="2800" kern="1200"/>
        </a:p>
      </dsp:txBody>
      <dsp:txXfrm>
        <a:off x="32784" y="1182571"/>
        <a:ext cx="7906201" cy="606012"/>
      </dsp:txXfrm>
    </dsp:sp>
    <dsp:sp modelId="{7485EA39-4451-45D8-A5BB-816EFEF9D078}">
      <dsp:nvSpPr>
        <dsp:cNvPr id="0" name=""/>
        <dsp:cNvSpPr/>
      </dsp:nvSpPr>
      <dsp:spPr>
        <a:xfrm>
          <a:off x="0" y="1821367"/>
          <a:ext cx="7971769" cy="1159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10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 err="1"/>
            <a:t>Fluide</a:t>
          </a:r>
          <a:r>
            <a:rPr lang="en-US" sz="2200" kern="1200" dirty="0"/>
            <a:t> : eau</a:t>
          </a: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Masse </a:t>
          </a:r>
          <a:r>
            <a:rPr lang="en-US" sz="2200" kern="1200" dirty="0" err="1"/>
            <a:t>volumique</a:t>
          </a:r>
          <a:r>
            <a:rPr lang="en-US" sz="2200" kern="1200" dirty="0"/>
            <a:t> : </a:t>
          </a:r>
          <a14:m xmlns:a14="http://schemas.microsoft.com/office/drawing/2010/main">
            <m:oMath xmlns:m="http://schemas.openxmlformats.org/officeDocument/2006/math">
              <m:r>
                <a:rPr lang="en-US" sz="2200" i="1" kern="1200">
                  <a:latin typeface="Cambria Math" panose="02040503050406030204" pitchFamily="18" charset="0"/>
                </a:rPr>
                <m:t>𝜌</m:t>
              </m:r>
              <m:r>
                <a:rPr lang="en-US" sz="2200" kern="1200">
                  <a:latin typeface="Cambria Math" panose="02040503050406030204" pitchFamily="18" charset="0"/>
                </a:rPr>
                <m:t>=</m:t>
              </m:r>
              <m:r>
                <a:rPr lang="en-US" sz="2200" kern="1200">
                  <a:latin typeface="Cambria Math" panose="02040503050406030204" pitchFamily="18" charset="0"/>
                </a:rPr>
                <m:t>1000</m:t>
              </m:r>
              <m:r>
                <m:rPr>
                  <m:nor/>
                </m:rPr>
                <a:rPr lang="en-US" sz="2200" i="1" kern="1200"/>
                <m:t> </m:t>
              </m:r>
              <m:sSup>
                <m:sSupPr>
                  <m:ctrlPr>
                    <a:rPr lang="ar-EG" sz="2200" i="1" kern="1200">
                      <a:latin typeface="Cambria Math" panose="02040503050406030204" pitchFamily="18" charset="0"/>
                    </a:rPr>
                  </m:ctrlPr>
                </m:sSupPr>
                <m:e>
                  <m:r>
                    <m:rPr>
                      <m:nor/>
                    </m:rPr>
                    <a:rPr lang="en-US" sz="2200" i="1" kern="1200"/>
                    <m:t>kg</m:t>
                  </m:r>
                  <m:r>
                    <m:rPr>
                      <m:nor/>
                    </m:rPr>
                    <a:rPr lang="en-US" sz="2200" i="1" kern="1200"/>
                    <m:t>/</m:t>
                  </m:r>
                  <m:r>
                    <m:rPr>
                      <m:nor/>
                    </m:rPr>
                    <a:rPr lang="en-US" sz="2200" i="1" kern="1200"/>
                    <m:t>m</m:t>
                  </m:r>
                </m:e>
                <m:sup>
                  <m:r>
                    <a:rPr lang="ar-EG" sz="2200" kern="1200">
                      <a:latin typeface="Cambria Math" panose="02040503050406030204" pitchFamily="18" charset="0"/>
                    </a:rPr>
                    <m:t>3</m:t>
                  </m:r>
                </m:sup>
              </m:sSup>
            </m:oMath>
          </a14:m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/>
            <a:t>Pression variable avec la hauteur :</a:t>
          </a:r>
          <a14:m xmlns:a14="http://schemas.microsoft.com/office/drawing/2010/main">
            <m:oMath xmlns:m="http://schemas.openxmlformats.org/officeDocument/2006/math">
              <m:r>
                <a:rPr lang="fr-FR" sz="2200" b="0" i="0" kern="1200" smtClean="0">
                  <a:latin typeface="Cambria Math" panose="02040503050406030204" pitchFamily="18" charset="0"/>
                </a:rPr>
                <m:t> </m:t>
              </m:r>
              <m:r>
                <a:rPr lang="en-US" sz="2200" i="1" kern="1200" smtClean="0">
                  <a:latin typeface="Cambria Math" panose="02040503050406030204" pitchFamily="18" charset="0"/>
                </a:rPr>
                <m:t>𝑝</m:t>
              </m:r>
              <m:d>
                <m:dPr>
                  <m:ctrlPr>
                    <a:rPr lang="ar-EG" sz="2200" i="1" kern="120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ar-EG" sz="2200" i="1" kern="1200">
                      <a:latin typeface="Cambria Math" panose="02040503050406030204" pitchFamily="18" charset="0"/>
                    </a:rPr>
                    <m:t>𝑦</m:t>
                  </m:r>
                </m:e>
              </m:d>
              <m:r>
                <a:rPr lang="ar-EG" sz="2200" kern="1200">
                  <a:latin typeface="Cambria Math" panose="02040503050406030204" pitchFamily="18" charset="0"/>
                </a:rPr>
                <m:t>=</m:t>
              </m:r>
              <m:r>
                <a:rPr lang="ar-EG" sz="2200" i="1" kern="1200">
                  <a:latin typeface="Cambria Math" panose="02040503050406030204" pitchFamily="18" charset="0"/>
                </a:rPr>
                <m:t>𝜌</m:t>
              </m:r>
              <m:r>
                <a:rPr lang="ar-EG" sz="2200" i="1" kern="1200">
                  <a:latin typeface="Cambria Math" panose="02040503050406030204" pitchFamily="18" charset="0"/>
                </a:rPr>
                <m:t>𝑔</m:t>
              </m:r>
              <m:d>
                <m:dPr>
                  <m:ctrlPr>
                    <a:rPr lang="ar-EG" sz="2200" i="1" kern="1200">
                      <a:latin typeface="Cambria Math" panose="02040503050406030204" pitchFamily="18" charset="0"/>
                    </a:rPr>
                  </m:ctrlPr>
                </m:dPr>
                <m:e>
                  <m:r>
                    <a:rPr lang="ar-EG" sz="2200" i="1" kern="1200">
                      <a:latin typeface="Cambria Math" panose="02040503050406030204" pitchFamily="18" charset="0"/>
                    </a:rPr>
                    <m:t>h</m:t>
                  </m:r>
                  <m:r>
                    <a:rPr lang="ar-EG" sz="2200" kern="1200">
                      <a:latin typeface="Cambria Math" panose="02040503050406030204" pitchFamily="18" charset="0"/>
                    </a:rPr>
                    <m:t>−</m:t>
                  </m:r>
                  <m:r>
                    <a:rPr lang="ar-EG" sz="2200" i="1" kern="1200">
                      <a:latin typeface="Cambria Math" panose="02040503050406030204" pitchFamily="18" charset="0"/>
                    </a:rPr>
                    <m:t>𝑦</m:t>
                  </m:r>
                </m:e>
              </m:d>
            </m:oMath>
          </a14:m>
          <a:endParaRPr lang="en-US" sz="2200" kern="1200" dirty="0"/>
        </a:p>
      </dsp:txBody>
      <dsp:txXfrm>
        <a:off x="0" y="1821367"/>
        <a:ext cx="7971769" cy="1159200"/>
      </dsp:txXfrm>
    </dsp:sp>
    <dsp:sp modelId="{4CADB48C-593E-4461-8083-DB6AE0585A8A}">
      <dsp:nvSpPr>
        <dsp:cNvPr id="0" name=""/>
        <dsp:cNvSpPr/>
      </dsp:nvSpPr>
      <dsp:spPr>
        <a:xfrm>
          <a:off x="0" y="2980567"/>
          <a:ext cx="7971769" cy="6715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/>
            <a:t>Cas 3 : Poids + pression + surpression</a:t>
          </a:r>
          <a:endParaRPr lang="en-US" sz="2800" kern="1200"/>
        </a:p>
      </dsp:txBody>
      <dsp:txXfrm>
        <a:off x="32784" y="3013351"/>
        <a:ext cx="7906201" cy="606012"/>
      </dsp:txXfrm>
    </dsp:sp>
    <dsp:sp modelId="{EB944375-41DB-43B5-9767-72D912EA8D70}">
      <dsp:nvSpPr>
        <dsp:cNvPr id="0" name=""/>
        <dsp:cNvSpPr/>
      </dsp:nvSpPr>
      <dsp:spPr>
        <a:xfrm>
          <a:off x="0" y="3652147"/>
          <a:ext cx="7971769" cy="75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3104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kern="1200" dirty="0" err="1"/>
            <a:t>Surpression</a:t>
          </a:r>
          <a:r>
            <a:rPr lang="en-US" sz="2200" kern="1200" dirty="0"/>
            <a:t> interne </a:t>
          </a:r>
          <a:r>
            <a:rPr lang="en-US" sz="2200" kern="1200" dirty="0" err="1"/>
            <a:t>uniforme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EG" sz="22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2200" i="1" kern="1200">
                      <a:latin typeface="Cambria Math" panose="02040503050406030204" pitchFamily="18" charset="0"/>
                    </a:rPr>
                    <m:t>𝑝</m:t>
                  </m:r>
                </m:e>
                <m:sub>
                  <m:r>
                    <m:rPr>
                      <m:nor/>
                    </m:rPr>
                    <a:rPr lang="en-US" sz="2200" i="1" kern="1200"/>
                    <m:t>sur</m:t>
                  </m:r>
                </m:sub>
              </m:sSub>
              <m:r>
                <a:rPr lang="ar-EG" sz="2200" kern="1200">
                  <a:latin typeface="Cambria Math" panose="02040503050406030204" pitchFamily="18" charset="0"/>
                </a:rPr>
                <m:t>=</m:t>
              </m:r>
              <m:r>
                <a:rPr lang="ar-EG" sz="2200" kern="1200">
                  <a:latin typeface="Cambria Math" panose="02040503050406030204" pitchFamily="18" charset="0"/>
                </a:rPr>
                <m:t>2</m:t>
              </m:r>
              <m:r>
                <m:rPr>
                  <m:nor/>
                </m:rPr>
                <a:rPr lang="ar-EG" sz="2200" i="1" kern="1200"/>
                <m:t> </m:t>
              </m:r>
              <m:r>
                <m:rPr>
                  <m:nor/>
                </m:rPr>
                <a:rPr lang="en-US" sz="2200" i="1" kern="1200"/>
                <m:t>bar</m:t>
              </m:r>
            </m:oMath>
          </a14:m>
          <a:endParaRPr lang="en-US" sz="2200" kern="1200" dirty="0"/>
        </a:p>
      </dsp:txBody>
      <dsp:txXfrm>
        <a:off x="0" y="3652147"/>
        <a:ext cx="7971769" cy="7534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85969-4FD3-42FD-AFA9-35B117F24DAD}">
      <dsp:nvSpPr>
        <dsp:cNvPr id="0" name=""/>
        <dsp:cNvSpPr/>
      </dsp:nvSpPr>
      <dsp:spPr>
        <a:xfrm>
          <a:off x="0" y="437841"/>
          <a:ext cx="2719933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Raffinement progressif du maillage</a:t>
          </a:r>
          <a:endParaRPr lang="en-US" sz="2100" kern="1200"/>
        </a:p>
      </dsp:txBody>
      <dsp:txXfrm>
        <a:off x="40780" y="478621"/>
        <a:ext cx="2638373" cy="753819"/>
      </dsp:txXfrm>
    </dsp:sp>
    <dsp:sp modelId="{F6813FB5-EEC2-4C25-BCC7-D3EA061D9BD8}">
      <dsp:nvSpPr>
        <dsp:cNvPr id="0" name=""/>
        <dsp:cNvSpPr/>
      </dsp:nvSpPr>
      <dsp:spPr>
        <a:xfrm>
          <a:off x="0" y="1333701"/>
          <a:ext cx="2719933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 dirty="0" err="1"/>
            <a:t>Analyse</a:t>
          </a:r>
          <a:r>
            <a:rPr lang="en-US" sz="2100" b="0" i="0" kern="1200" baseline="0" dirty="0"/>
            <a:t> sous </a:t>
          </a:r>
          <a:r>
            <a:rPr lang="en-US" sz="2100" b="1" i="0" kern="1200" baseline="0" dirty="0" err="1"/>
            <a:t>poids</a:t>
          </a:r>
          <a:r>
            <a:rPr lang="en-US" sz="2100" b="1" i="0" kern="1200" baseline="0" dirty="0"/>
            <a:t> propre</a:t>
          </a:r>
          <a:endParaRPr lang="en-US" sz="2100" kern="1200" dirty="0"/>
        </a:p>
      </dsp:txBody>
      <dsp:txXfrm>
        <a:off x="40780" y="1374481"/>
        <a:ext cx="2638373" cy="753819"/>
      </dsp:txXfrm>
    </dsp:sp>
    <dsp:sp modelId="{95362B52-CB7B-4394-B283-BF6CFBE8B7FE}">
      <dsp:nvSpPr>
        <dsp:cNvPr id="0" name=""/>
        <dsp:cNvSpPr/>
      </dsp:nvSpPr>
      <dsp:spPr>
        <a:xfrm>
          <a:off x="0" y="2229561"/>
          <a:ext cx="2719933" cy="83537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0" i="0" kern="1200" baseline="0"/>
            <a:t>Comparaison :</a:t>
          </a:r>
          <a:endParaRPr lang="en-US" sz="2100" kern="1200"/>
        </a:p>
      </dsp:txBody>
      <dsp:txXfrm>
        <a:off x="40780" y="2270341"/>
        <a:ext cx="2638373" cy="753819"/>
      </dsp:txXfrm>
    </dsp:sp>
    <dsp:sp modelId="{4CD2BFB9-6064-4C76-AEAD-CD3F41A6888F}">
      <dsp:nvSpPr>
        <dsp:cNvPr id="0" name=""/>
        <dsp:cNvSpPr/>
      </dsp:nvSpPr>
      <dsp:spPr>
        <a:xfrm>
          <a:off x="0" y="3064941"/>
          <a:ext cx="2719933" cy="7824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358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 err="1"/>
            <a:t>contrainte</a:t>
          </a:r>
          <a:r>
            <a:rPr lang="en-US" sz="1600" b="0" i="0" kern="1200" baseline="0" dirty="0"/>
            <a:t> de Von Mises</a:t>
          </a:r>
          <a:endParaRPr lang="en-US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b="0" i="0" kern="1200" baseline="0" dirty="0" err="1"/>
            <a:t>Facteur</a:t>
          </a:r>
          <a:r>
            <a:rPr lang="en-US" sz="1600" b="0" i="0" kern="1200" baseline="0" dirty="0"/>
            <a:t> critique de </a:t>
          </a:r>
          <a:r>
            <a:rPr lang="en-US" sz="1600" b="0" i="0" kern="1200" baseline="0" dirty="0" err="1"/>
            <a:t>flambement</a:t>
          </a:r>
          <a:r>
            <a:rPr lang="en-US" sz="1600" b="0" i="0" kern="1200" baseline="0" dirty="0"/>
            <a:t> λ</a:t>
          </a:r>
          <a:endParaRPr lang="en-US" sz="1600" kern="1200" dirty="0"/>
        </a:p>
      </dsp:txBody>
      <dsp:txXfrm>
        <a:off x="0" y="3064941"/>
        <a:ext cx="2719933" cy="78246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6E89E3-6A38-4E90-8E87-D2085FDC622E}">
      <dsp:nvSpPr>
        <dsp:cNvPr id="0" name=""/>
        <dsp:cNvSpPr/>
      </dsp:nvSpPr>
      <dsp:spPr>
        <a:xfrm>
          <a:off x="0" y="121882"/>
          <a:ext cx="5608319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/>
            <a:t>Évolution de la géométrie</a:t>
          </a:r>
          <a:endParaRPr lang="en-US" sz="2400" kern="1200"/>
        </a:p>
      </dsp:txBody>
      <dsp:txXfrm>
        <a:off x="28100" y="149982"/>
        <a:ext cx="5552119" cy="519439"/>
      </dsp:txXfrm>
    </dsp:sp>
    <dsp:sp modelId="{471CB8BF-ECB4-4093-A82A-A15065AF1C70}">
      <dsp:nvSpPr>
        <dsp:cNvPr id="0" name=""/>
        <dsp:cNvSpPr/>
      </dsp:nvSpPr>
      <dsp:spPr>
        <a:xfrm>
          <a:off x="0" y="697522"/>
          <a:ext cx="5608319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kern="1200" dirty="0"/>
            <a:t>Ajout d’un </a:t>
          </a:r>
          <a:r>
            <a:rPr lang="fr-FR" sz="1900" b="1" kern="1200" dirty="0"/>
            <a:t>toit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kern="1200" dirty="0"/>
            <a:t>Présence d’une </a:t>
          </a:r>
          <a:r>
            <a:rPr lang="fr-FR" sz="1900" b="1" kern="1200" dirty="0"/>
            <a:t>arête vive</a:t>
          </a:r>
          <a:r>
            <a:rPr lang="fr-FR" sz="1900" kern="1200" dirty="0"/>
            <a:t> à la jonction paroi–toit</a:t>
          </a:r>
          <a:endParaRPr lang="en-US" sz="1900" kern="1200" dirty="0"/>
        </a:p>
      </dsp:txBody>
      <dsp:txXfrm>
        <a:off x="0" y="697522"/>
        <a:ext cx="5608319" cy="658260"/>
      </dsp:txXfrm>
    </dsp:sp>
    <dsp:sp modelId="{67673332-01C8-45BC-B777-47A7168756BB}">
      <dsp:nvSpPr>
        <dsp:cNvPr id="0" name=""/>
        <dsp:cNvSpPr/>
      </dsp:nvSpPr>
      <dsp:spPr>
        <a:xfrm>
          <a:off x="0" y="1355782"/>
          <a:ext cx="5608319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/>
            <a:t>Hypothèses</a:t>
          </a:r>
          <a:endParaRPr lang="en-US" sz="2400" kern="1200"/>
        </a:p>
      </dsp:txBody>
      <dsp:txXfrm>
        <a:off x="28100" y="1383882"/>
        <a:ext cx="5552119" cy="519439"/>
      </dsp:txXfrm>
    </dsp:sp>
    <dsp:sp modelId="{7550BE24-27DC-46A1-80AF-D589FEA1BB04}">
      <dsp:nvSpPr>
        <dsp:cNvPr id="0" name=""/>
        <dsp:cNvSpPr/>
      </dsp:nvSpPr>
      <dsp:spPr>
        <a:xfrm>
          <a:off x="0" y="1931422"/>
          <a:ext cx="5608319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kern="1200" dirty="0"/>
            <a:t>Identiques au Modèle 1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kern="1200" dirty="0"/>
            <a:t>Même méthode de calcul (statique + flambement)</a:t>
          </a:r>
          <a:endParaRPr lang="en-US" sz="1900" kern="1200" dirty="0"/>
        </a:p>
      </dsp:txBody>
      <dsp:txXfrm>
        <a:off x="0" y="1931422"/>
        <a:ext cx="5608319" cy="658260"/>
      </dsp:txXfrm>
    </dsp:sp>
    <dsp:sp modelId="{915E9AFF-F8BB-4709-83DC-0FE94813F857}">
      <dsp:nvSpPr>
        <dsp:cNvPr id="0" name=""/>
        <dsp:cNvSpPr/>
      </dsp:nvSpPr>
      <dsp:spPr>
        <a:xfrm>
          <a:off x="0" y="2589683"/>
          <a:ext cx="5608319" cy="57563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b="1" kern="1200"/>
            <a:t>Objectif</a:t>
          </a:r>
          <a:endParaRPr lang="en-US" sz="2400" kern="1200"/>
        </a:p>
      </dsp:txBody>
      <dsp:txXfrm>
        <a:off x="28100" y="2617783"/>
        <a:ext cx="5552119" cy="519439"/>
      </dsp:txXfrm>
    </dsp:sp>
    <dsp:sp modelId="{A370FED6-D8FF-4F70-86D2-FB19362F66AC}">
      <dsp:nvSpPr>
        <dsp:cNvPr id="0" name=""/>
        <dsp:cNvSpPr/>
      </dsp:nvSpPr>
      <dsp:spPr>
        <a:xfrm>
          <a:off x="0" y="3165322"/>
          <a:ext cx="5608319" cy="658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806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kern="1200" dirty="0"/>
            <a:t>Étudier l’influence de la géométrie réelle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900" kern="1200" dirty="0"/>
            <a:t>Analyser l’effet des discontinuités géométriques</a:t>
          </a:r>
          <a:endParaRPr lang="en-US" sz="1900" kern="1200" dirty="0"/>
        </a:p>
      </dsp:txBody>
      <dsp:txXfrm>
        <a:off x="0" y="3165322"/>
        <a:ext cx="5608319" cy="658260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CD3E5E-2383-4554-87C2-0AEBC8EF679D}">
      <dsp:nvSpPr>
        <dsp:cNvPr id="0" name=""/>
        <dsp:cNvSpPr/>
      </dsp:nvSpPr>
      <dsp:spPr>
        <a:xfrm>
          <a:off x="0" y="123867"/>
          <a:ext cx="642893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Modification de la géométrie</a:t>
          </a:r>
          <a:endParaRPr lang="en-US" sz="2200" kern="1200"/>
        </a:p>
      </dsp:txBody>
      <dsp:txXfrm>
        <a:off x="25759" y="149626"/>
        <a:ext cx="6377417" cy="476152"/>
      </dsp:txXfrm>
    </dsp:sp>
    <dsp:sp modelId="{5FAFEBDB-2723-4738-AD26-2D54805C6F3A}">
      <dsp:nvSpPr>
        <dsp:cNvPr id="0" name=""/>
        <dsp:cNvSpPr/>
      </dsp:nvSpPr>
      <dsp:spPr>
        <a:xfrm>
          <a:off x="0" y="651537"/>
          <a:ext cx="6428935" cy="364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1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Remplacement</a:t>
          </a:r>
          <a:r>
            <a:rPr lang="en-US" sz="1700" kern="1200" dirty="0"/>
            <a:t> des </a:t>
          </a:r>
          <a:r>
            <a:rPr lang="en-US" sz="1700" b="1" kern="1200" dirty="0"/>
            <a:t>arêtes vives</a:t>
          </a:r>
          <a:r>
            <a:rPr lang="en-US" sz="1700" kern="1200" dirty="0"/>
            <a:t> par des </a:t>
          </a:r>
          <a:r>
            <a:rPr lang="en-US" sz="1700" b="1" kern="1200" dirty="0"/>
            <a:t>rayons de </a:t>
          </a:r>
          <a:r>
            <a:rPr lang="en-US" sz="1700" b="1" kern="1200" dirty="0" err="1"/>
            <a:t>raccordement</a:t>
          </a:r>
          <a:endParaRPr lang="en-US" sz="1700" kern="1200" dirty="0"/>
        </a:p>
      </dsp:txBody>
      <dsp:txXfrm>
        <a:off x="0" y="651537"/>
        <a:ext cx="6428935" cy="364320"/>
      </dsp:txXfrm>
    </dsp:sp>
    <dsp:sp modelId="{060F5EF6-1118-407E-8556-C2E76B6FAAAD}">
      <dsp:nvSpPr>
        <dsp:cNvPr id="0" name=""/>
        <dsp:cNvSpPr/>
      </dsp:nvSpPr>
      <dsp:spPr>
        <a:xfrm>
          <a:off x="0" y="1015857"/>
          <a:ext cx="642893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Deux configurations </a:t>
          </a:r>
          <a:r>
            <a:rPr lang="en-US" sz="2200" kern="1200" dirty="0" err="1"/>
            <a:t>étudiées</a:t>
          </a:r>
          <a:r>
            <a:rPr lang="en-US" sz="2200" kern="1200" dirty="0"/>
            <a:t> :</a:t>
          </a:r>
        </a:p>
      </dsp:txBody>
      <dsp:txXfrm>
        <a:off x="25759" y="1041616"/>
        <a:ext cx="6377417" cy="476152"/>
      </dsp:txXfrm>
    </dsp:sp>
    <dsp:sp modelId="{907BC560-15AF-4B5B-977D-39B3A3C8BB74}">
      <dsp:nvSpPr>
        <dsp:cNvPr id="0" name=""/>
        <dsp:cNvSpPr/>
      </dsp:nvSpPr>
      <dsp:spPr>
        <a:xfrm>
          <a:off x="0" y="1543527"/>
          <a:ext cx="6428935" cy="5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1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EG" sz="17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1700" i="1" kern="1200">
                      <a:latin typeface="Cambria Math" panose="02040503050406030204" pitchFamily="18" charset="0"/>
                    </a:rPr>
                    <m:t>𝑅</m:t>
                  </m:r>
                </m:e>
                <m:sub>
                  <m:r>
                    <a:rPr lang="ar-EG" sz="1700" i="1" kern="1200">
                      <a:latin typeface="Cambria Math" panose="02040503050406030204" pitchFamily="18" charset="0"/>
                    </a:rPr>
                    <m:t>𝐴</m:t>
                  </m:r>
                </m:sub>
              </m:sSub>
              <m:r>
                <a:rPr lang="ar-EG" sz="1700" kern="1200">
                  <a:latin typeface="Cambria Math" panose="02040503050406030204" pitchFamily="18" charset="0"/>
                </a:rPr>
                <m:t>=</m:t>
              </m:r>
              <m:sSub>
                <m:sSubPr>
                  <m:ctrlPr>
                    <a:rPr lang="ar-EG" sz="17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1700" i="1" kern="1200">
                      <a:latin typeface="Cambria Math" panose="02040503050406030204" pitchFamily="18" charset="0"/>
                    </a:rPr>
                    <m:t>𝑅</m:t>
                  </m:r>
                </m:e>
                <m:sub>
                  <m:r>
                    <a:rPr lang="ar-EG" sz="1700" i="1" kern="1200">
                      <a:latin typeface="Cambria Math" panose="02040503050406030204" pitchFamily="18" charset="0"/>
                    </a:rPr>
                    <m:t>𝐵</m:t>
                  </m:r>
                </m:sub>
              </m:sSub>
              <m:r>
                <a:rPr lang="ar-EG" sz="1700" kern="1200">
                  <a:latin typeface="Cambria Math" panose="02040503050406030204" pitchFamily="18" charset="0"/>
                </a:rPr>
                <m:t>=</m:t>
              </m:r>
              <m:r>
                <a:rPr lang="ar-EG" sz="1700" kern="1200">
                  <a:latin typeface="Cambria Math" panose="02040503050406030204" pitchFamily="18" charset="0"/>
                </a:rPr>
                <m:t>0</m:t>
              </m:r>
              <m:r>
                <a:rPr lang="ar-EG" sz="1700" kern="1200">
                  <a:latin typeface="Cambria Math" panose="02040503050406030204" pitchFamily="18" charset="0"/>
                </a:rPr>
                <m:t>,</m:t>
              </m:r>
              <m:r>
                <a:rPr lang="ar-EG" sz="1700" kern="1200">
                  <a:latin typeface="Cambria Math" panose="02040503050406030204" pitchFamily="18" charset="0"/>
                </a:rPr>
                <m:t>2</m:t>
              </m:r>
              <m:r>
                <m:rPr>
                  <m:nor/>
                </m:rPr>
                <a:rPr lang="ar-EG" sz="1700" i="1" kern="1200"/>
                <m:t> </m:t>
              </m:r>
              <m:r>
                <m:rPr>
                  <m:nor/>
                </m:rPr>
                <a:rPr lang="en-US" sz="1700" i="1" kern="1200"/>
                <m:t>m</m:t>
              </m:r>
            </m:oMath>
          </a14:m>
          <a:r>
            <a:rPr lang="en-US" sz="1700" kern="1200" dirty="0"/>
            <a:t> (figure 29, </a:t>
          </a:r>
          <a:r>
            <a:rPr lang="en-US" sz="1700" kern="1200" dirty="0" err="1"/>
            <a:t>modèle</a:t>
          </a:r>
          <a:r>
            <a:rPr lang="en-US" sz="1700" kern="1200" dirty="0"/>
            <a:t> 3A) 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EG" sz="170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1700" i="1" kern="1200">
                      <a:latin typeface="Cambria Math" panose="02040503050406030204" pitchFamily="18" charset="0"/>
                    </a:rPr>
                    <m:t>𝑅</m:t>
                  </m:r>
                </m:e>
                <m:sub>
                  <m:r>
                    <a:rPr lang="ar-EG" sz="1700" i="1" kern="1200">
                      <a:latin typeface="Cambria Math" panose="02040503050406030204" pitchFamily="18" charset="0"/>
                    </a:rPr>
                    <m:t>𝐴</m:t>
                  </m:r>
                </m:sub>
              </m:sSub>
              <m:r>
                <a:rPr lang="ar-EG" sz="1700" kern="1200">
                  <a:latin typeface="Cambria Math" panose="02040503050406030204" pitchFamily="18" charset="0"/>
                </a:rPr>
                <m:t>=</m:t>
              </m:r>
              <m:r>
                <a:rPr lang="ar-EG" sz="1700" kern="1200">
                  <a:latin typeface="Cambria Math" panose="02040503050406030204" pitchFamily="18" charset="0"/>
                </a:rPr>
                <m:t>3</m:t>
              </m:r>
              <m:r>
                <m:rPr>
                  <m:nor/>
                </m:rPr>
                <a:rPr lang="ar-EG" sz="1700" i="1" kern="1200"/>
                <m:t> </m:t>
              </m:r>
              <m:r>
                <m:rPr>
                  <m:nor/>
                </m:rPr>
                <a:rPr lang="en-US" sz="1700" i="1" kern="1200"/>
                <m:t>m</m:t>
              </m:r>
            </m:oMath>
          </a14:m>
          <a:r>
            <a:rPr lang="en-US" sz="1700" kern="1200" dirty="0"/>
            <a:t>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ar-EG" sz="1700" i="1" kern="120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ar-EG" sz="1700" i="1" kern="1200">
                      <a:latin typeface="Cambria Math" panose="02040503050406030204" pitchFamily="18" charset="0"/>
                    </a:rPr>
                    <m:t>𝑅</m:t>
                  </m:r>
                </m:e>
                <m:sub>
                  <m:r>
                    <a:rPr lang="ar-EG" sz="1700" i="1" kern="1200">
                      <a:latin typeface="Cambria Math" panose="02040503050406030204" pitchFamily="18" charset="0"/>
                    </a:rPr>
                    <m:t>𝐵</m:t>
                  </m:r>
                </m:sub>
              </m:sSub>
              <m:r>
                <a:rPr lang="ar-EG" sz="1700" kern="1200">
                  <a:latin typeface="Cambria Math" panose="02040503050406030204" pitchFamily="18" charset="0"/>
                </a:rPr>
                <m:t>=</m:t>
              </m:r>
              <m:r>
                <a:rPr lang="ar-EG" sz="1700" kern="1200">
                  <a:latin typeface="Cambria Math" panose="02040503050406030204" pitchFamily="18" charset="0"/>
                </a:rPr>
                <m:t>0</m:t>
              </m:r>
              <m:r>
                <a:rPr lang="ar-EG" sz="1700" kern="1200">
                  <a:latin typeface="Cambria Math" panose="02040503050406030204" pitchFamily="18" charset="0"/>
                </a:rPr>
                <m:t>,</m:t>
              </m:r>
              <m:r>
                <a:rPr lang="ar-EG" sz="1700" kern="1200">
                  <a:latin typeface="Cambria Math" panose="02040503050406030204" pitchFamily="18" charset="0"/>
                </a:rPr>
                <m:t>3</m:t>
              </m:r>
              <m:r>
                <m:rPr>
                  <m:nor/>
                </m:rPr>
                <a:rPr lang="ar-EG" sz="1700" i="1" kern="1200"/>
                <m:t> </m:t>
              </m:r>
              <m:r>
                <m:rPr>
                  <m:nor/>
                </m:rPr>
                <a:rPr lang="en-US" sz="1700" i="1" kern="1200"/>
                <m:t>m</m:t>
              </m:r>
            </m:oMath>
          </a14:m>
          <a:r>
            <a:rPr lang="en-US" sz="1700" kern="1200" dirty="0"/>
            <a:t> (figure 30, </a:t>
          </a:r>
          <a:r>
            <a:rPr lang="en-US" sz="1700" kern="1200" dirty="0" err="1"/>
            <a:t>modèle</a:t>
          </a:r>
          <a:r>
            <a:rPr lang="en-US" sz="1700" kern="1200" dirty="0"/>
            <a:t> 3b)</a:t>
          </a:r>
        </a:p>
      </dsp:txBody>
      <dsp:txXfrm>
        <a:off x="0" y="1543527"/>
        <a:ext cx="6428935" cy="592020"/>
      </dsp:txXfrm>
    </dsp:sp>
    <dsp:sp modelId="{662EC815-F0D1-469C-9838-B36091632822}">
      <dsp:nvSpPr>
        <dsp:cNvPr id="0" name=""/>
        <dsp:cNvSpPr/>
      </dsp:nvSpPr>
      <dsp:spPr>
        <a:xfrm>
          <a:off x="0" y="2135547"/>
          <a:ext cx="642893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/>
            <a:t>Objectif</a:t>
          </a:r>
          <a:endParaRPr lang="en-US" sz="2200" kern="1200" dirty="0"/>
        </a:p>
      </dsp:txBody>
      <dsp:txXfrm>
        <a:off x="25759" y="2161306"/>
        <a:ext cx="6377417" cy="476152"/>
      </dsp:txXfrm>
    </dsp:sp>
    <dsp:sp modelId="{3E8348B2-9534-4C04-B8B3-9507AEA44E34}">
      <dsp:nvSpPr>
        <dsp:cNvPr id="0" name=""/>
        <dsp:cNvSpPr/>
      </dsp:nvSpPr>
      <dsp:spPr>
        <a:xfrm>
          <a:off x="0" y="2663217"/>
          <a:ext cx="6428935" cy="5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1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Réduire</a:t>
          </a:r>
          <a:r>
            <a:rPr lang="en-US" sz="1700" kern="1200" dirty="0"/>
            <a:t> les concentrations de </a:t>
          </a:r>
          <a:r>
            <a:rPr lang="en-US" sz="1700" kern="1200" dirty="0" err="1"/>
            <a:t>contraintes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Améliorer</a:t>
          </a:r>
          <a:r>
            <a:rPr lang="en-US" sz="1700" kern="1200" dirty="0"/>
            <a:t> la </a:t>
          </a:r>
          <a:r>
            <a:rPr lang="en-US" sz="1700" kern="1200" dirty="0" err="1"/>
            <a:t>stabilité</a:t>
          </a:r>
          <a:r>
            <a:rPr lang="en-US" sz="1700" kern="1200" dirty="0"/>
            <a:t> au </a:t>
          </a:r>
          <a:r>
            <a:rPr lang="en-US" sz="1700" kern="1200" dirty="0" err="1"/>
            <a:t>flambement</a:t>
          </a:r>
          <a:endParaRPr lang="en-US" sz="1700" kern="1200" dirty="0"/>
        </a:p>
      </dsp:txBody>
      <dsp:txXfrm>
        <a:off x="0" y="2663217"/>
        <a:ext cx="6428935" cy="592020"/>
      </dsp:txXfrm>
    </dsp:sp>
    <dsp:sp modelId="{B6293DF4-494C-4C16-9268-2BABD5A77D27}">
      <dsp:nvSpPr>
        <dsp:cNvPr id="0" name=""/>
        <dsp:cNvSpPr/>
      </dsp:nvSpPr>
      <dsp:spPr>
        <a:xfrm>
          <a:off x="0" y="3255237"/>
          <a:ext cx="6428935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 dirty="0" err="1"/>
            <a:t>Hypothèses</a:t>
          </a:r>
          <a:endParaRPr lang="en-US" sz="2200" kern="1200" dirty="0"/>
        </a:p>
      </dsp:txBody>
      <dsp:txXfrm>
        <a:off x="25759" y="3280996"/>
        <a:ext cx="6377417" cy="476152"/>
      </dsp:txXfrm>
    </dsp:sp>
    <dsp:sp modelId="{E1D6F4FA-CB43-41C0-8F44-6A0D050F326C}">
      <dsp:nvSpPr>
        <dsp:cNvPr id="0" name=""/>
        <dsp:cNvSpPr/>
      </dsp:nvSpPr>
      <dsp:spPr>
        <a:xfrm>
          <a:off x="0" y="3782907"/>
          <a:ext cx="6428935" cy="5920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4119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 err="1"/>
            <a:t>Identiques</a:t>
          </a:r>
          <a:r>
            <a:rPr lang="en-US" sz="1700" kern="1200" dirty="0"/>
            <a:t> au </a:t>
          </a:r>
          <a:r>
            <a:rPr lang="en-US" sz="1700" kern="1200" dirty="0" err="1"/>
            <a:t>Modèle</a:t>
          </a:r>
          <a:r>
            <a:rPr lang="en-US" sz="1700" kern="1200" dirty="0"/>
            <a:t> 2</a:t>
          </a: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700" kern="1200" dirty="0"/>
            <a:t>Étude </a:t>
          </a:r>
          <a:r>
            <a:rPr lang="en-US" sz="1700" kern="1200" dirty="0" err="1"/>
            <a:t>réalisée</a:t>
          </a:r>
          <a:r>
            <a:rPr lang="en-US" sz="1700" kern="1200" dirty="0"/>
            <a:t> sous </a:t>
          </a:r>
          <a:r>
            <a:rPr lang="en-US" sz="1700" b="1" kern="1200" dirty="0" err="1"/>
            <a:t>poids</a:t>
          </a:r>
          <a:r>
            <a:rPr lang="en-US" sz="1700" b="1" kern="1200" dirty="0"/>
            <a:t> propre</a:t>
          </a:r>
          <a:endParaRPr lang="en-US" sz="1700" kern="1200" dirty="0"/>
        </a:p>
      </dsp:txBody>
      <dsp:txXfrm>
        <a:off x="0" y="3782907"/>
        <a:ext cx="6428935" cy="59202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C51774-1BD7-4087-8648-A828C8046C19}">
      <dsp:nvSpPr>
        <dsp:cNvPr id="0" name=""/>
        <dsp:cNvSpPr/>
      </dsp:nvSpPr>
      <dsp:spPr>
        <a:xfrm>
          <a:off x="0" y="35267"/>
          <a:ext cx="1005840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/>
            <a:t>Modification apportée</a:t>
          </a:r>
          <a:endParaRPr lang="en-US" sz="2600" kern="1200"/>
        </a:p>
      </dsp:txBody>
      <dsp:txXfrm>
        <a:off x="30442" y="65709"/>
        <a:ext cx="9997517" cy="562726"/>
      </dsp:txXfrm>
    </dsp:sp>
    <dsp:sp modelId="{29727BFB-340F-49F4-AF87-73597C4433FD}">
      <dsp:nvSpPr>
        <dsp:cNvPr id="0" name=""/>
        <dsp:cNvSpPr/>
      </dsp:nvSpPr>
      <dsp:spPr>
        <a:xfrm>
          <a:off x="0" y="658877"/>
          <a:ext cx="10058401" cy="1049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Géométrie identique au Modèle 3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Épaisseur :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14:m xmlns:a14="http://schemas.microsoft.com/office/drawing/2010/main">
            <m:oMath xmlns:m="http://schemas.openxmlformats.org/officeDocument/2006/math">
              <m:r>
                <a:rPr lang="fr-FR" sz="2000" i="1" kern="1200" smtClean="0">
                  <a:latin typeface="Cambria Math" panose="02040503050406030204" pitchFamily="18" charset="0"/>
                </a:rPr>
                <m:t>𝑒</m:t>
              </m:r>
              <m:r>
                <a:rPr lang="fr-FR" sz="2000" kern="1200">
                  <a:latin typeface="Cambria Math" panose="02040503050406030204" pitchFamily="18" charset="0"/>
                </a:rPr>
                <m:t>=</m:t>
              </m:r>
              <m:r>
                <a:rPr lang="fr-FR" sz="2000" kern="1200">
                  <a:latin typeface="Cambria Math" panose="02040503050406030204" pitchFamily="18" charset="0"/>
                </a:rPr>
                <m:t>1</m:t>
              </m:r>
              <m:r>
                <m:rPr>
                  <m:nor/>
                </m:rPr>
                <a:rPr lang="fr-FR" sz="2000" i="1" kern="1200"/>
                <m:t> </m:t>
              </m:r>
              <m:r>
                <m:rPr>
                  <m:nor/>
                </m:rPr>
                <a:rPr lang="fr-FR" sz="2000" i="1" kern="1200"/>
                <m:t>cm</m:t>
              </m:r>
              <m:r>
                <m:rPr>
                  <m:nor/>
                </m:rPr>
                <a:rPr lang="fr-FR" sz="2000" i="1" kern="1200"/>
                <m:t>  </m:t>
              </m:r>
              <m:r>
                <a:rPr lang="fr-FR" sz="2000" kern="1200">
                  <a:latin typeface="Cambria Math" panose="02040503050406030204" pitchFamily="18" charset="0"/>
                </a:rPr>
                <m:t>→</m:t>
              </m:r>
              <m:r>
                <m:rPr>
                  <m:nor/>
                </m:rPr>
                <a:rPr lang="fr-FR" sz="2000" i="1" kern="1200"/>
                <m:t>  </m:t>
              </m:r>
              <m:r>
                <a:rPr lang="fr-FR" sz="2000" i="1" kern="1200">
                  <a:latin typeface="Cambria Math" panose="02040503050406030204" pitchFamily="18" charset="0"/>
                </a:rPr>
                <m:t>𝑒</m:t>
              </m:r>
              <m:r>
                <a:rPr lang="fr-FR" sz="2000" kern="1200">
                  <a:latin typeface="Cambria Math" panose="02040503050406030204" pitchFamily="18" charset="0"/>
                </a:rPr>
                <m:t>=</m:t>
              </m:r>
              <m:r>
                <a:rPr lang="fr-FR" sz="2000" kern="1200">
                  <a:latin typeface="Cambria Math" panose="02040503050406030204" pitchFamily="18" charset="0"/>
                </a:rPr>
                <m:t>3</m:t>
              </m:r>
              <m:r>
                <m:rPr>
                  <m:nor/>
                </m:rPr>
                <a:rPr lang="fr-FR" sz="2000" i="1" kern="1200"/>
                <m:t> </m:t>
              </m:r>
              <m:r>
                <m:rPr>
                  <m:nor/>
                </m:rPr>
                <a:rPr lang="fr-FR" sz="2000" i="1" kern="1200"/>
                <m:t>cm</m:t>
              </m:r>
            </m:oMath>
          </a14:m>
          <a:endParaRPr lang="en-US" sz="2000" kern="1200" dirty="0"/>
        </a:p>
      </dsp:txBody>
      <dsp:txXfrm>
        <a:off x="0" y="658877"/>
        <a:ext cx="10058401" cy="1049490"/>
      </dsp:txXfrm>
    </dsp:sp>
    <dsp:sp modelId="{BFB6CCD0-CE27-4D21-8C2F-484411470954}">
      <dsp:nvSpPr>
        <dsp:cNvPr id="0" name=""/>
        <dsp:cNvSpPr/>
      </dsp:nvSpPr>
      <dsp:spPr>
        <a:xfrm>
          <a:off x="0" y="1708367"/>
          <a:ext cx="1005840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/>
            <a:t>Objectif</a:t>
          </a:r>
          <a:endParaRPr lang="en-US" sz="2600" kern="1200"/>
        </a:p>
      </dsp:txBody>
      <dsp:txXfrm>
        <a:off x="30442" y="1738809"/>
        <a:ext cx="9997517" cy="562726"/>
      </dsp:txXfrm>
    </dsp:sp>
    <dsp:sp modelId="{08DD1FE2-C232-4EC1-BC23-1BEAEAFAFD3E}">
      <dsp:nvSpPr>
        <dsp:cNvPr id="0" name=""/>
        <dsp:cNvSpPr/>
      </dsp:nvSpPr>
      <dsp:spPr>
        <a:xfrm>
          <a:off x="0" y="2331977"/>
          <a:ext cx="10058401" cy="69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Évaluer l’influence de la rigidité en flexion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Comparer avec l’optimisation géométrique</a:t>
          </a:r>
          <a:endParaRPr lang="en-US" sz="2000" kern="1200" dirty="0"/>
        </a:p>
      </dsp:txBody>
      <dsp:txXfrm>
        <a:off x="0" y="2331977"/>
        <a:ext cx="10058401" cy="699660"/>
      </dsp:txXfrm>
    </dsp:sp>
    <dsp:sp modelId="{97E00C87-668C-45D6-97FD-94C6A56D9221}">
      <dsp:nvSpPr>
        <dsp:cNvPr id="0" name=""/>
        <dsp:cNvSpPr/>
      </dsp:nvSpPr>
      <dsp:spPr>
        <a:xfrm>
          <a:off x="0" y="3031637"/>
          <a:ext cx="10058401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600" b="1" kern="1200"/>
            <a:t>Hypothèses</a:t>
          </a:r>
          <a:endParaRPr lang="en-US" sz="2600" kern="1200"/>
        </a:p>
      </dsp:txBody>
      <dsp:txXfrm>
        <a:off x="30442" y="3062079"/>
        <a:ext cx="9997517" cy="562726"/>
      </dsp:txXfrm>
    </dsp:sp>
    <dsp:sp modelId="{72F31688-EECD-4D63-A763-E7DBF6B707B0}">
      <dsp:nvSpPr>
        <dsp:cNvPr id="0" name=""/>
        <dsp:cNvSpPr/>
      </dsp:nvSpPr>
      <dsp:spPr>
        <a:xfrm>
          <a:off x="0" y="3655247"/>
          <a:ext cx="10058401" cy="6996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9354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Identiques aux modèles précédents</a:t>
          </a:r>
          <a:endParaRPr lang="en-US" sz="2000" kern="1200" dirty="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2000" kern="1200" dirty="0"/>
            <a:t>Chargement : </a:t>
          </a:r>
          <a:r>
            <a:rPr lang="fr-FR" sz="2000" b="1" kern="1200" dirty="0"/>
            <a:t>poids propre</a:t>
          </a:r>
          <a:endParaRPr lang="en-US" sz="2000" kern="1200" dirty="0"/>
        </a:p>
      </dsp:txBody>
      <dsp:txXfrm>
        <a:off x="0" y="3655247"/>
        <a:ext cx="10058401" cy="69966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8E33B-BB50-4FE2-AB9E-ADB1CAC760B4}">
      <dsp:nvSpPr>
        <dsp:cNvPr id="0" name=""/>
        <dsp:cNvSpPr/>
      </dsp:nvSpPr>
      <dsp:spPr>
        <a:xfrm>
          <a:off x="0" y="40110"/>
          <a:ext cx="6093724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/>
            <a:t>Limites de l’étude</a:t>
          </a:r>
          <a:endParaRPr lang="en-US" sz="2200" kern="1200"/>
        </a:p>
      </dsp:txBody>
      <dsp:txXfrm>
        <a:off x="25759" y="65869"/>
        <a:ext cx="6042206" cy="476152"/>
      </dsp:txXfrm>
    </dsp:sp>
    <dsp:sp modelId="{7D3DEC29-8042-46CD-A130-A946BF8F1DB8}">
      <dsp:nvSpPr>
        <dsp:cNvPr id="0" name=""/>
        <dsp:cNvSpPr/>
      </dsp:nvSpPr>
      <dsp:spPr>
        <a:xfrm>
          <a:off x="0" y="567780"/>
          <a:ext cx="6093724" cy="8880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47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Analyse de flambement </a:t>
          </a:r>
          <a:r>
            <a:rPr lang="fr-FR" sz="1700" b="1" kern="1200" dirty="0"/>
            <a:t>linéaire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Absence d’imperfections géométriques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Résultats correspondant à une </a:t>
          </a:r>
          <a:r>
            <a:rPr lang="fr-FR" sz="1700" kern="1200"/>
            <a:t>limite théorique</a:t>
          </a:r>
          <a:endParaRPr lang="en-US" sz="1700" kern="1200" dirty="0"/>
        </a:p>
      </dsp:txBody>
      <dsp:txXfrm>
        <a:off x="0" y="567780"/>
        <a:ext cx="6093724" cy="888030"/>
      </dsp:txXfrm>
    </dsp:sp>
    <dsp:sp modelId="{1F7382F1-A34E-4782-BA0E-8A4571409454}">
      <dsp:nvSpPr>
        <dsp:cNvPr id="0" name=""/>
        <dsp:cNvSpPr/>
      </dsp:nvSpPr>
      <dsp:spPr>
        <a:xfrm>
          <a:off x="0" y="1455810"/>
          <a:ext cx="6093724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200" b="1" kern="1200" dirty="0"/>
            <a:t>Perspectives</a:t>
          </a:r>
          <a:endParaRPr lang="en-US" sz="2200" kern="1200" dirty="0"/>
        </a:p>
      </dsp:txBody>
      <dsp:txXfrm>
        <a:off x="25759" y="1481569"/>
        <a:ext cx="6042206" cy="476152"/>
      </dsp:txXfrm>
    </dsp:sp>
    <dsp:sp modelId="{F0089286-F5B9-41E9-889B-69E1BF601037}">
      <dsp:nvSpPr>
        <dsp:cNvPr id="0" name=""/>
        <dsp:cNvSpPr/>
      </dsp:nvSpPr>
      <dsp:spPr>
        <a:xfrm>
          <a:off x="0" y="1983480"/>
          <a:ext cx="6093724" cy="11157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3476" tIns="27940" rIns="156464" bIns="27940" numCol="1" spcCol="1270" anchor="t" anchorCtr="0">
          <a:noAutofit/>
        </a:bodyPr>
        <a:lstStyle/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Introduction d’imperfections initiales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Analyse non linéaire</a:t>
          </a:r>
          <a:endParaRPr lang="en-US" sz="1700" kern="1200" dirty="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FR" sz="1700" kern="1200" dirty="0"/>
            <a:t>Approche conforme aux codes de dimensionnement (Eurocodes, RCC-M)</a:t>
          </a:r>
          <a:endParaRPr lang="en-US" sz="1700" kern="1200" dirty="0"/>
        </a:p>
      </dsp:txBody>
      <dsp:txXfrm>
        <a:off x="0" y="1983480"/>
        <a:ext cx="6093724" cy="111573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286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2898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1083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0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378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5209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77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5942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9683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16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014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D53ECB5-9DC6-49A8-AF0A-A32560436064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017D56-4BD3-4834-A130-1559FC1A0F9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431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9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diagramLayout" Target="../diagrams/layout7.xml"/><Relationship Id="rId7" Type="http://schemas.openxmlformats.org/officeDocument/2006/relationships/diagramData" Target="../diagrams/data11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.xml"/><Relationship Id="rId3" Type="http://schemas.openxmlformats.org/officeDocument/2006/relationships/image" Target="../media/image13.png"/><Relationship Id="rId7" Type="http://schemas.openxmlformats.org/officeDocument/2006/relationships/diagramColors" Target="../diagrams/colors8.xml"/><Relationship Id="rId12" Type="http://schemas.openxmlformats.org/officeDocument/2006/relationships/diagramColors" Target="../diagrams/colors8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8.xml"/><Relationship Id="rId11" Type="http://schemas.openxmlformats.org/officeDocument/2006/relationships/diagramQuickStyle" Target="../diagrams/quickStyle8.xml"/><Relationship Id="rId5" Type="http://schemas.openxmlformats.org/officeDocument/2006/relationships/diagramLayout" Target="../diagrams/layout8.xml"/><Relationship Id="rId10" Type="http://schemas.openxmlformats.org/officeDocument/2006/relationships/diagramLayout" Target="../diagrams/layout8.xml"/><Relationship Id="rId4" Type="http://schemas.openxmlformats.org/officeDocument/2006/relationships/diagramData" Target="../diagrams/data12.xml"/><Relationship Id="rId9" Type="http://schemas.openxmlformats.org/officeDocument/2006/relationships/diagramData" Target="../diagrams/data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9.xml"/><Relationship Id="rId7" Type="http://schemas.openxmlformats.org/officeDocument/2006/relationships/diagramData" Target="../diagrams/data15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Relationship Id="rId9" Type="http://schemas.openxmlformats.org/officeDocument/2006/relationships/diagramQuickStyle" Target="../diagrams/quickStyle9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diagramData" Target="../diagrams/data16.xml"/><Relationship Id="rId7" Type="http://schemas.microsoft.com/office/2007/relationships/diagramDrawing" Target="../diagrams/drawing10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Relationship Id="rId9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25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26.PNG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image" Target="../media/image43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2.xml"/><Relationship Id="rId3" Type="http://schemas.openxmlformats.org/officeDocument/2006/relationships/diagramLayout" Target="../diagrams/layout12.xml"/><Relationship Id="rId7" Type="http://schemas.openxmlformats.org/officeDocument/2006/relationships/diagramData" Target="../diagrams/data19.xml"/><Relationship Id="rId12" Type="http://schemas.openxmlformats.org/officeDocument/2006/relationships/image" Target="../media/image45.png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openxmlformats.org/officeDocument/2006/relationships/image" Target="../media/image44.PNG"/><Relationship Id="rId5" Type="http://schemas.openxmlformats.org/officeDocument/2006/relationships/diagramColors" Target="../diagrams/colors12.xml"/><Relationship Id="rId10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Relationship Id="rId9" Type="http://schemas.openxmlformats.org/officeDocument/2006/relationships/diagramQuickStyle" Target="../diagrams/quickStyle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5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3.xml"/><Relationship Id="rId3" Type="http://schemas.openxmlformats.org/officeDocument/2006/relationships/diagramLayout" Target="../diagrams/layout13.xml"/><Relationship Id="rId7" Type="http://schemas.openxmlformats.org/officeDocument/2006/relationships/diagramData" Target="../diagrams/data21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10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Relationship Id="rId9" Type="http://schemas.openxmlformats.org/officeDocument/2006/relationships/diagramQuickStyle" Target="../diagrams/quickStyle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E8F43-420F-7EDE-858E-87C6BA2D99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1577" y="1480945"/>
            <a:ext cx="8157411" cy="1877818"/>
          </a:xfrm>
        </p:spPr>
        <p:txBody>
          <a:bodyPr>
            <a:normAutofit/>
          </a:bodyPr>
          <a:lstStyle/>
          <a:p>
            <a:pPr algn="ctr"/>
            <a:r>
              <a:rPr lang="fr-FR" sz="4800" b="1" dirty="0">
                <a:latin typeface="Aptos" panose="020B0004020202020204" pitchFamily="34" charset="0"/>
              </a:rPr>
              <a:t>Flambement d’une cuve cylindrique mince</a:t>
            </a:r>
            <a:endParaRPr lang="en-US" sz="4800" b="1" dirty="0">
              <a:latin typeface="Aptos" panose="020B00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AC77D2-724F-ABA5-30D7-0DA5A84BCDE3}"/>
              </a:ext>
            </a:extLst>
          </p:cNvPr>
          <p:cNvSpPr txBox="1"/>
          <p:nvPr/>
        </p:nvSpPr>
        <p:spPr>
          <a:xfrm>
            <a:off x="1155834" y="5141125"/>
            <a:ext cx="571148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>
                <a:latin typeface="Aptos" panose="020B0004020202020204" pitchFamily="34" charset="0"/>
              </a:rPr>
              <a:t>Réalisé</a:t>
            </a:r>
            <a:r>
              <a:rPr lang="en-US" b="1" dirty="0">
                <a:latin typeface="Aptos" panose="020B0004020202020204" pitchFamily="34" charset="0"/>
              </a:rPr>
              <a:t> par : </a:t>
            </a:r>
            <a:r>
              <a:rPr lang="en-US" dirty="0">
                <a:latin typeface="Aptos" panose="020B0004020202020204" pitchFamily="34" charset="0"/>
              </a:rPr>
              <a:t>ELGABBAS Ahmed</a:t>
            </a:r>
          </a:p>
          <a:p>
            <a:endParaRPr lang="fr-FR" dirty="0">
              <a:latin typeface="Aptos" panose="020B0004020202020204" pitchFamily="34" charset="0"/>
            </a:endParaRPr>
          </a:p>
          <a:p>
            <a:r>
              <a:rPr lang="fr-FR" b="1" dirty="0">
                <a:latin typeface="Aptos" panose="020B0004020202020204" pitchFamily="34" charset="0"/>
              </a:rPr>
              <a:t>Encadré par : </a:t>
            </a:r>
            <a:r>
              <a:rPr lang="fr-FR" dirty="0">
                <a:latin typeface="Aptos" panose="020B0004020202020204" pitchFamily="34" charset="0"/>
              </a:rPr>
              <a:t>Professeur Bertrand FRECHEDE 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AF3293-EB90-58B6-519F-8E59D25224ED}"/>
              </a:ext>
            </a:extLst>
          </p:cNvPr>
          <p:cNvSpPr txBox="1"/>
          <p:nvPr/>
        </p:nvSpPr>
        <p:spPr>
          <a:xfrm>
            <a:off x="6867317" y="5602790"/>
            <a:ext cx="60983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Master 2 MAM </a:t>
            </a:r>
            <a:r>
              <a:rPr lang="en-US" dirty="0">
                <a:latin typeface="Aptos" panose="020B0004020202020204" pitchFamily="34" charset="0"/>
              </a:rPr>
              <a:t>- </a:t>
            </a:r>
            <a:r>
              <a:rPr lang="en-US" dirty="0" err="1">
                <a:latin typeface="Aptos" panose="020B0004020202020204" pitchFamily="34" charset="0"/>
              </a:rPr>
              <a:t>Année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universitaire</a:t>
            </a:r>
            <a:r>
              <a:rPr lang="en-US" dirty="0">
                <a:latin typeface="Aptos" panose="020B0004020202020204" pitchFamily="34" charset="0"/>
              </a:rPr>
              <a:t> : 2025/2026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924A81-BA22-342A-76BD-00C524D7E3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2305" y="136542"/>
            <a:ext cx="4613031" cy="117632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45D2921-78AE-D7A0-A28A-09FE327C2069}"/>
              </a:ext>
            </a:extLst>
          </p:cNvPr>
          <p:cNvSpPr txBox="1"/>
          <p:nvPr/>
        </p:nvSpPr>
        <p:spPr>
          <a:xfrm>
            <a:off x="1695097" y="3499238"/>
            <a:ext cx="7264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Aptos" panose="020B0004020202020204" pitchFamily="34" charset="0"/>
              </a:rPr>
              <a:t>Analyse</a:t>
            </a:r>
            <a:r>
              <a:rPr lang="fr-FR" dirty="0">
                <a:latin typeface="Aptos" panose="020B0004020202020204" pitchFamily="34" charset="0"/>
              </a:rPr>
              <a:t> numérique par éléments finis (</a:t>
            </a:r>
            <a:r>
              <a:rPr lang="fr-FR" dirty="0" err="1">
                <a:latin typeface="Aptos" panose="020B0004020202020204" pitchFamily="34" charset="0"/>
              </a:rPr>
              <a:t>Patran</a:t>
            </a:r>
            <a:r>
              <a:rPr lang="fr-FR" dirty="0">
                <a:latin typeface="Aptos" panose="020B0004020202020204" pitchFamily="34" charset="0"/>
              </a:rPr>
              <a:t> / </a:t>
            </a:r>
            <a:r>
              <a:rPr lang="fr-FR" dirty="0" err="1">
                <a:latin typeface="Aptos" panose="020B0004020202020204" pitchFamily="34" charset="0"/>
              </a:rPr>
              <a:t>Nastran</a:t>
            </a:r>
            <a:r>
              <a:rPr lang="fr-FR" dirty="0">
                <a:latin typeface="Aptos" panose="020B0004020202020204" pitchFamily="34" charset="0"/>
              </a:rPr>
              <a:t>)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904A006-6D5A-F144-DAAF-34D974BF70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8431"/>
          <a:stretch>
            <a:fillRect/>
          </a:stretch>
        </p:blipFill>
        <p:spPr>
          <a:xfrm>
            <a:off x="276663" y="-259026"/>
            <a:ext cx="5190132" cy="1379877"/>
          </a:xfrm>
          <a:prstGeom prst="rect">
            <a:avLst/>
          </a:prstGeom>
        </p:spPr>
      </p:pic>
      <p:pic>
        <p:nvPicPr>
          <p:cNvPr id="15" name="Image 4">
            <a:extLst>
              <a:ext uri="{FF2B5EF4-FFF2-40B4-BE49-F238E27FC236}">
                <a16:creationId xmlns:a16="http://schemas.microsoft.com/office/drawing/2014/main" id="{A3709B04-1565-C507-403E-B41444229594}"/>
              </a:ext>
            </a:extLst>
          </p:cNvPr>
          <p:cNvPicPr>
            <a:picLocks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468752" y="1578870"/>
            <a:ext cx="3446584" cy="2676269"/>
          </a:xfrm>
          <a:prstGeom prst="round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82381D6-0260-7559-91AA-23B6E826339D}"/>
              </a:ext>
            </a:extLst>
          </p:cNvPr>
          <p:cNvSpPr txBox="1"/>
          <p:nvPr/>
        </p:nvSpPr>
        <p:spPr>
          <a:xfrm>
            <a:off x="8468752" y="4353064"/>
            <a:ext cx="38420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/>
              <a:t>Figure 1 :</a:t>
            </a:r>
            <a:r>
              <a:rPr lang="fr-FR" sz="1200" dirty="0"/>
              <a:t> Cuves cylindriques</a:t>
            </a:r>
            <a:br>
              <a:rPr lang="fr-FR" sz="1200" dirty="0"/>
            </a:br>
            <a:r>
              <a:rPr lang="fr-FR" sz="1200" i="1" dirty="0"/>
              <a:t>(Source : </a:t>
            </a:r>
            <a:r>
              <a:rPr lang="fr-FR" sz="1200" i="1" dirty="0" err="1"/>
              <a:t>Nemati</a:t>
            </a:r>
            <a:r>
              <a:rPr lang="fr-FR" sz="1200" i="1" dirty="0"/>
              <a:t> et al., </a:t>
            </a:r>
            <a:r>
              <a:rPr lang="fr-FR" sz="1200" i="1" dirty="0" err="1"/>
              <a:t>ResearchGate</a:t>
            </a:r>
            <a:r>
              <a:rPr lang="fr-FR" sz="1200" i="1" dirty="0"/>
              <a:t>)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77526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53127-5019-8F9C-7FF6-6107CDB12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 panose="020B0004020202020204" pitchFamily="34" charset="0"/>
              </a:rPr>
              <a:t>Contexte</a:t>
            </a:r>
            <a:r>
              <a:rPr lang="en-US" dirty="0">
                <a:latin typeface="Aptos" panose="020B0004020202020204" pitchFamily="34" charset="0"/>
              </a:rPr>
              <a:t> et </a:t>
            </a:r>
            <a:r>
              <a:rPr lang="en-US" dirty="0" err="1">
                <a:latin typeface="Aptos" panose="020B0004020202020204" pitchFamily="34" charset="0"/>
              </a:rPr>
              <a:t>Problématique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87FF421-C8DE-EC5B-A836-6D6BCA015A86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9" name="Image 3" descr="A hand holding a string&#10;&#10;AI-generated content may be incorrect.">
            <a:extLst>
              <a:ext uri="{FF2B5EF4-FFF2-40B4-BE49-F238E27FC236}">
                <a16:creationId xmlns:a16="http://schemas.microsoft.com/office/drawing/2014/main" id="{8D6F9001-646F-0FFD-C443-FF4C01ECDC73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694042" y="1771145"/>
            <a:ext cx="2272763" cy="1880518"/>
          </a:xfrm>
          <a:prstGeom prst="rect">
            <a:avLst/>
          </a:prstGeom>
        </p:spPr>
      </p:pic>
      <p:graphicFrame>
        <p:nvGraphicFramePr>
          <p:cNvPr id="12" name="Content Placeholder 11">
            <a:extLst>
              <a:ext uri="{FF2B5EF4-FFF2-40B4-BE49-F238E27FC236}">
                <a16:creationId xmlns:a16="http://schemas.microsoft.com/office/drawing/2014/main" id="{50E28FF6-E595-183E-A2B5-B5007E6D1C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2602896"/>
              </p:ext>
            </p:extLst>
          </p:nvPr>
        </p:nvGraphicFramePr>
        <p:xfrm>
          <a:off x="351322" y="2033337"/>
          <a:ext cx="9129562" cy="38116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4" name="Picture 13">
            <a:extLst>
              <a:ext uri="{FF2B5EF4-FFF2-40B4-BE49-F238E27FC236}">
                <a16:creationId xmlns:a16="http://schemas.microsoft.com/office/drawing/2014/main" id="{149F49E9-2B62-7A13-B519-0BDC39E7E3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042" y="4113328"/>
            <a:ext cx="2306053" cy="172954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F866F00-D10C-E842-6B33-064477F5C128}"/>
              </a:ext>
            </a:extLst>
          </p:cNvPr>
          <p:cNvSpPr txBox="1"/>
          <p:nvPr/>
        </p:nvSpPr>
        <p:spPr>
          <a:xfrm>
            <a:off x="9585757" y="3617878"/>
            <a:ext cx="23810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/>
              <a:t>Figure 2 :</a:t>
            </a:r>
            <a:r>
              <a:rPr lang="fr-FR" sz="1200" dirty="0"/>
              <a:t> Exemple de flambement</a:t>
            </a:r>
            <a:br>
              <a:rPr lang="fr-FR" sz="1200" dirty="0"/>
            </a:br>
            <a:r>
              <a:rPr lang="fr-FR" sz="1200" i="1" dirty="0"/>
              <a:t>(Source : </a:t>
            </a:r>
            <a:r>
              <a:rPr lang="fr-FR" sz="1200" i="1" dirty="0" err="1"/>
              <a:t>University</a:t>
            </a:r>
            <a:r>
              <a:rPr lang="fr-FR" sz="1200" i="1" dirty="0"/>
              <a:t> of Manchester)</a:t>
            </a:r>
            <a:endParaRPr 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AE428B-4852-0886-B201-7A260AD59343}"/>
              </a:ext>
            </a:extLst>
          </p:cNvPr>
          <p:cNvSpPr txBox="1"/>
          <p:nvPr/>
        </p:nvSpPr>
        <p:spPr>
          <a:xfrm>
            <a:off x="9585757" y="5842868"/>
            <a:ext cx="337786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/>
              <a:t>Figure 3 :</a:t>
            </a:r>
            <a:r>
              <a:rPr lang="fr-FR" sz="1200" dirty="0"/>
              <a:t> Cuves cylindriques</a:t>
            </a:r>
            <a:br>
              <a:rPr lang="fr-FR" sz="1200" dirty="0"/>
            </a:br>
            <a:r>
              <a:rPr lang="fr-FR" sz="1200" i="1" dirty="0"/>
              <a:t>(Source : </a:t>
            </a:r>
            <a:r>
              <a:rPr lang="fr-FR" sz="1200" i="1" dirty="0" err="1"/>
              <a:t>Nemati</a:t>
            </a:r>
            <a:r>
              <a:rPr lang="fr-FR" sz="1200" i="1" dirty="0"/>
              <a:t> et al., </a:t>
            </a:r>
            <a:r>
              <a:rPr lang="fr-FR" sz="1200" i="1" dirty="0" err="1"/>
              <a:t>ResearchGate</a:t>
            </a:r>
            <a:r>
              <a:rPr lang="fr-FR" sz="1200" i="1" dirty="0"/>
              <a:t>)</a:t>
            </a:r>
            <a:endParaRPr lang="en-US" sz="1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D13D1-786E-D731-4B00-44F910013317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70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2A0AC-7000-FA9B-9DAD-E0EC1FA02E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 panose="020B0004020202020204" pitchFamily="34" charset="0"/>
              </a:rPr>
              <a:t>Objectifs</a:t>
            </a:r>
            <a:r>
              <a:rPr lang="en-US" dirty="0">
                <a:latin typeface="+mn-lt"/>
              </a:rPr>
              <a:t> du </a:t>
            </a:r>
            <a:r>
              <a:rPr lang="en-US" dirty="0" err="1">
                <a:latin typeface="+mn-lt"/>
              </a:rPr>
              <a:t>projet</a:t>
            </a:r>
            <a:endParaRPr lang="en-US" dirty="0">
              <a:latin typeface="+mn-lt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386C82D-4F96-FA4B-EDBE-1B01F99FE81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8225337"/>
              </p:ext>
            </p:extLst>
          </p:nvPr>
        </p:nvGraphicFramePr>
        <p:xfrm>
          <a:off x="436714" y="1765841"/>
          <a:ext cx="9276912" cy="4168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CB53F0D0-DA13-D248-08C6-75EA0125014E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BD93353-3CE7-771F-3F35-CA7E7A55C7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6181296"/>
              </p:ext>
            </p:extLst>
          </p:nvPr>
        </p:nvGraphicFramePr>
        <p:xfrm>
          <a:off x="9943725" y="1985357"/>
          <a:ext cx="2058150" cy="3672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8C01507-83A4-260E-5E5A-1777A58BA6FC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2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289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9AE97-0E66-38C3-3804-A18EBDA5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Méthodologie d’analyse de la stabilité</a:t>
            </a:r>
            <a:endParaRPr 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94091C9-CE27-205F-9BE7-E1AABAF9318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9855295"/>
                  </p:ext>
                </p:extLst>
              </p:nvPr>
            </p:nvGraphicFramePr>
            <p:xfrm>
              <a:off x="1066800" y="1933731"/>
              <a:ext cx="10058400" cy="431793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B94091C9-CE27-205F-9BE7-E1AABAF9318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729855295"/>
                  </p:ext>
                </p:extLst>
              </p:nvPr>
            </p:nvGraphicFramePr>
            <p:xfrm>
              <a:off x="1066800" y="1933731"/>
              <a:ext cx="10058400" cy="4317931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E39F05BE-5E3D-BABB-CFD7-5B3AFDA2FEEB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B51451-8714-4A09-5867-FDCF713AF8B5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3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5572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Diagram 8">
                <a:extLst>
                  <a:ext uri="{FF2B5EF4-FFF2-40B4-BE49-F238E27FC236}">
                    <a16:creationId xmlns:a16="http://schemas.microsoft.com/office/drawing/2014/main" id="{4CC19A1D-D8C5-98C4-2ED5-A6B75ADC88F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74129496"/>
                  </p:ext>
                </p:extLst>
              </p:nvPr>
            </p:nvGraphicFramePr>
            <p:xfrm>
              <a:off x="753253" y="106861"/>
              <a:ext cx="10534340" cy="614403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9" name="Diagram 8">
                <a:extLst>
                  <a:ext uri="{FF2B5EF4-FFF2-40B4-BE49-F238E27FC236}">
                    <a16:creationId xmlns:a16="http://schemas.microsoft.com/office/drawing/2014/main" id="{4CC19A1D-D8C5-98C4-2ED5-A6B75ADC88F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674129496"/>
                  </p:ext>
                </p:extLst>
              </p:nvPr>
            </p:nvGraphicFramePr>
            <p:xfrm>
              <a:off x="753253" y="106861"/>
              <a:ext cx="10534340" cy="6144037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33ED67E-F738-1F93-5CC9-283D9842FB11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009D40-4013-8269-5547-E13E82A91A10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4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9003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093B66-02E7-88B3-CEBF-F7B806044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Modèle 1 : géométrie et hypothèses</a:t>
            </a:r>
            <a:endParaRPr 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D4552FC-5E2F-9D18-CE47-11C6493E0BF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43616930"/>
                  </p:ext>
                </p:extLst>
              </p:nvPr>
            </p:nvGraphicFramePr>
            <p:xfrm>
              <a:off x="392742" y="1737360"/>
              <a:ext cx="6952439" cy="461502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D4552FC-5E2F-9D18-CE47-11C6493E0BF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543616930"/>
                  </p:ext>
                </p:extLst>
              </p:nvPr>
            </p:nvGraphicFramePr>
            <p:xfrm>
              <a:off x="392742" y="1737360"/>
              <a:ext cx="6952439" cy="461502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pic>
        <p:nvPicPr>
          <p:cNvPr id="5" name="Image 5">
            <a:extLst>
              <a:ext uri="{FF2B5EF4-FFF2-40B4-BE49-F238E27FC236}">
                <a16:creationId xmlns:a16="http://schemas.microsoft.com/office/drawing/2014/main" id="{0AD20E56-ECAD-B22C-B97D-61EB69EAF4B8}"/>
              </a:ext>
            </a:extLst>
          </p:cNvPr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8274570" y="2077720"/>
            <a:ext cx="2881110" cy="381341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ACDAB7-CEDD-0FA9-4A17-D591C117DF32}"/>
              </a:ext>
            </a:extLst>
          </p:cNvPr>
          <p:cNvSpPr txBox="1"/>
          <p:nvPr/>
        </p:nvSpPr>
        <p:spPr>
          <a:xfrm>
            <a:off x="8752508" y="5922120"/>
            <a:ext cx="266999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3 :</a:t>
            </a:r>
            <a:r>
              <a:rPr lang="fr-FR" sz="1800" dirty="0"/>
              <a:t> </a:t>
            </a:r>
            <a:r>
              <a:rPr lang="fr-FR" dirty="0"/>
              <a:t>Cuve simplifié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EEF673-F7FA-1E09-3E06-AF4059247156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C440D4-97C5-478A-5422-FE1EF6D28F58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5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241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7508B-16F8-061A-A60A-F927220C2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Conditions aux limites et symétries</a:t>
            </a:r>
            <a:endParaRPr 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A6D68BE8-4527-2269-6AA8-0589DB29A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07828029"/>
                  </p:ext>
                </p:extLst>
              </p:nvPr>
            </p:nvGraphicFramePr>
            <p:xfrm>
              <a:off x="473865" y="1825802"/>
              <a:ext cx="6700583" cy="447416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A6D68BE8-4527-2269-6AA8-0589DB29A2C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07828029"/>
                  </p:ext>
                </p:extLst>
              </p:nvPr>
            </p:nvGraphicFramePr>
            <p:xfrm>
              <a:off x="473865" y="1825802"/>
              <a:ext cx="6700583" cy="4474168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3" r:qs="rId4" r:cs="rId5"/>
              </a:graphicData>
            </a:graphic>
          </p:graphicFrame>
        </mc:Fallback>
      </mc:AlternateContent>
      <p:pic>
        <p:nvPicPr>
          <p:cNvPr id="4" name="Image 6">
            <a:extLst>
              <a:ext uri="{FF2B5EF4-FFF2-40B4-BE49-F238E27FC236}">
                <a16:creationId xmlns:a16="http://schemas.microsoft.com/office/drawing/2014/main" id="{93FDBC3F-6674-087D-F99C-74DC46F0C0F8}"/>
              </a:ext>
            </a:extLst>
          </p:cNvPr>
          <p:cNvPicPr>
            <a:picLocks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987523" y="2338706"/>
            <a:ext cx="3346704" cy="3374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FA06085-5B5B-D371-CFE6-3FDCE0398A50}"/>
              </a:ext>
            </a:extLst>
          </p:cNvPr>
          <p:cNvSpPr txBox="1"/>
          <p:nvPr/>
        </p:nvSpPr>
        <p:spPr>
          <a:xfrm>
            <a:off x="8084673" y="5712842"/>
            <a:ext cx="33467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4</a:t>
            </a:r>
            <a:r>
              <a:rPr lang="fr-FR" sz="1800" b="1" dirty="0"/>
              <a:t> :</a:t>
            </a:r>
            <a:r>
              <a:rPr lang="fr-FR" sz="1800" dirty="0"/>
              <a:t> </a:t>
            </a:r>
            <a:r>
              <a:rPr lang="fr-FR" i="1" dirty="0"/>
              <a:t>schéma vue de dessus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E07176-3A9C-E5F0-9C67-A4487A2EF99E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5FFDCE-BEE6-F735-11E0-5EF96DCF47E7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6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828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EA177DD-DB6E-FC6A-1497-CF370E0A56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84" y="183878"/>
            <a:ext cx="7222211" cy="27849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87B671E-B700-F1FA-7872-05D0352E3A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62" y="3262478"/>
            <a:ext cx="7237288" cy="278494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41011E3A-5A70-5D27-A5F4-BBB9ADD83BB5}"/>
              </a:ext>
            </a:extLst>
          </p:cNvPr>
          <p:cNvSpPr txBox="1"/>
          <p:nvPr/>
        </p:nvSpPr>
        <p:spPr>
          <a:xfrm>
            <a:off x="139484" y="2893146"/>
            <a:ext cx="5036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5 :</a:t>
            </a:r>
            <a:r>
              <a:rPr lang="fr-FR" sz="1800" dirty="0"/>
              <a:t> M</a:t>
            </a:r>
            <a:r>
              <a:rPr lang="fr-FR" dirty="0"/>
              <a:t>odèle ¼, mode 1 de flambement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51A55A-3F33-3E73-9ED6-2F9F471F30E4}"/>
              </a:ext>
            </a:extLst>
          </p:cNvPr>
          <p:cNvSpPr txBox="1"/>
          <p:nvPr/>
        </p:nvSpPr>
        <p:spPr>
          <a:xfrm>
            <a:off x="139484" y="5971746"/>
            <a:ext cx="5036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6</a:t>
            </a:r>
            <a:r>
              <a:rPr lang="fr-FR" sz="1800" b="1" dirty="0"/>
              <a:t> :</a:t>
            </a:r>
            <a:r>
              <a:rPr lang="fr-FR" sz="1800" dirty="0"/>
              <a:t> M</a:t>
            </a:r>
            <a:r>
              <a:rPr lang="fr-FR" dirty="0"/>
              <a:t>odèle complet, mode 1 de flambement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3" name="Diagram 22">
                <a:extLst>
                  <a:ext uri="{FF2B5EF4-FFF2-40B4-BE49-F238E27FC236}">
                    <a16:creationId xmlns:a16="http://schemas.microsoft.com/office/drawing/2014/main" id="{B871E336-99E9-0C46-F271-9AF05EAF7B9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38491378"/>
                  </p:ext>
                </p:extLst>
              </p:nvPr>
            </p:nvGraphicFramePr>
            <p:xfrm>
              <a:off x="7606214" y="1104266"/>
              <a:ext cx="4446302" cy="431642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4" r:lo="rId5" r:qs="rId6" r:cs="rId7"/>
              </a:graphicData>
            </a:graphic>
          </p:graphicFrame>
        </mc:Choice>
        <mc:Fallback xmlns="">
          <p:graphicFrame>
            <p:nvGraphicFramePr>
              <p:cNvPr id="23" name="Diagram 22">
                <a:extLst>
                  <a:ext uri="{FF2B5EF4-FFF2-40B4-BE49-F238E27FC236}">
                    <a16:creationId xmlns:a16="http://schemas.microsoft.com/office/drawing/2014/main" id="{B871E336-99E9-0C46-F271-9AF05EAF7B93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2738491378"/>
                  </p:ext>
                </p:extLst>
              </p:nvPr>
            </p:nvGraphicFramePr>
            <p:xfrm>
              <a:off x="7606214" y="1104266"/>
              <a:ext cx="4446302" cy="4316424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9" r:lo="rId10" r:qs="rId11" r:cs="rId12"/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E78EDB0D-22AE-9C1F-F200-5FE6BE58AB88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781525-413F-8882-115B-B536976F9A80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7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1F47D-4994-B7F4-7D8D-E531CD27BCB7}"/>
              </a:ext>
            </a:extLst>
          </p:cNvPr>
          <p:cNvSpPr txBox="1"/>
          <p:nvPr/>
        </p:nvSpPr>
        <p:spPr>
          <a:xfrm>
            <a:off x="7724634" y="300251"/>
            <a:ext cx="2251880" cy="584775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fr-FR" sz="3200" b="1" dirty="0">
                <a:solidFill>
                  <a:schemeClr val="bg1"/>
                </a:solidFill>
              </a:rPr>
              <a:t>Vérification</a:t>
            </a:r>
            <a:endParaRPr lang="en-US" sz="3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289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00CA-63E5-6F2B-FB29-E00FEEF69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Cas de </a:t>
            </a:r>
            <a:r>
              <a:rPr lang="en-US" dirty="0" err="1">
                <a:latin typeface="Aptos" panose="020B0004020202020204" pitchFamily="34" charset="0"/>
              </a:rPr>
              <a:t>chargement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étudiés</a:t>
            </a:r>
            <a:endParaRPr 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E42DB32-EBC3-3944-6C49-F829F000D02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56345440"/>
                  </p:ext>
                </p:extLst>
              </p:nvPr>
            </p:nvGraphicFramePr>
            <p:xfrm>
              <a:off x="1217201" y="1875713"/>
              <a:ext cx="7971769" cy="442015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EE42DB32-EBC3-3944-6C49-F829F000D02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56345440"/>
                  </p:ext>
                </p:extLst>
              </p:nvPr>
            </p:nvGraphicFramePr>
            <p:xfrm>
              <a:off x="1217201" y="1875713"/>
              <a:ext cx="7971769" cy="442015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07582FED-44F3-C764-AA0D-6EF655C7EF3F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4BBFD-A918-AA8B-57E4-D2149F9AE8AC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8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7584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9A18C-3569-DA93-BA71-320553225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Étude de convergence du maillage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2B351E1-5D55-5EDB-D3E2-7693A682ED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062" y="2154026"/>
            <a:ext cx="4619417" cy="3438274"/>
          </a:xfrm>
          <a:prstGeom prst="rect">
            <a:avLst/>
          </a:prstGeom>
        </p:spPr>
      </p:pic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2496571E-AD6D-85BB-FDF2-A1CA87C69B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3069884"/>
              </p:ext>
            </p:extLst>
          </p:nvPr>
        </p:nvGraphicFramePr>
        <p:xfrm>
          <a:off x="203149" y="1590900"/>
          <a:ext cx="2719933" cy="4285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DB7469F-2369-2AEB-CAAA-742BB2C7DC2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2583" y="2154026"/>
            <a:ext cx="4619417" cy="34382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42D9BE-C2F8-A68D-CF75-B1F2D8272BF2}"/>
                  </a:ext>
                </a:extLst>
              </p:cNvPr>
              <p:cNvSpPr txBox="1"/>
              <p:nvPr/>
            </p:nvSpPr>
            <p:spPr>
              <a:xfrm>
                <a:off x="3257438" y="5506811"/>
                <a:ext cx="283856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1800" b="1" dirty="0"/>
                  <a:t>Figure </a:t>
                </a:r>
                <a:r>
                  <a:rPr lang="fr-FR" b="1" dirty="0"/>
                  <a:t>7 : </a:t>
                </a:r>
                <a:r>
                  <a:rPr lang="en-US" dirty="0"/>
                  <a:t>convergence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ar-EG" i="1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</m:sSub>
                  </m:oMath>
                </a14:m>
                <a:r>
                  <a:rPr lang="fr-FR" sz="1800" b="1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D42D9BE-C2F8-A68D-CF75-B1F2D8272B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7438" y="5506811"/>
                <a:ext cx="2838562" cy="369332"/>
              </a:xfrm>
              <a:prstGeom prst="rect">
                <a:avLst/>
              </a:prstGeom>
              <a:blipFill>
                <a:blip r:embed="rId9"/>
                <a:stretch>
                  <a:fillRect l="-1717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E2AD4DA-40AF-C057-DBC1-3674234EE8E8}"/>
              </a:ext>
            </a:extLst>
          </p:cNvPr>
          <p:cNvSpPr txBox="1"/>
          <p:nvPr/>
        </p:nvSpPr>
        <p:spPr>
          <a:xfrm>
            <a:off x="8000835" y="5506811"/>
            <a:ext cx="2838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8 : </a:t>
            </a:r>
            <a:r>
              <a:rPr lang="en-US" dirty="0"/>
              <a:t>convergence λ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540B11C-9FD6-AAFB-170E-79BF3451D5E9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F47809-6FC6-C049-130B-50827D9CD417}"/>
              </a:ext>
            </a:extLst>
          </p:cNvPr>
          <p:cNvSpPr txBox="1"/>
          <p:nvPr/>
        </p:nvSpPr>
        <p:spPr>
          <a:xfrm>
            <a:off x="11673914" y="6402120"/>
            <a:ext cx="4503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9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517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BCE0-35CF-C775-CC93-4DAF623A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1 : Cas 1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8BCE23-D590-51FE-2628-F1959D795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833" y="2410146"/>
            <a:ext cx="5943316" cy="2530069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2523D62-3202-EC6F-91B8-A7BDDCADD1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814" y="2410146"/>
            <a:ext cx="3981888" cy="253006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FE92949-8B25-8F18-E1B0-32E598EFDD2E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9,10)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37D864-CF9A-3852-0F20-8AEC5C3F8113}"/>
              </a:ext>
            </a:extLst>
          </p:cNvPr>
          <p:cNvSpPr txBox="1"/>
          <p:nvPr/>
        </p:nvSpPr>
        <p:spPr>
          <a:xfrm>
            <a:off x="179882" y="4966670"/>
            <a:ext cx="34927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9 : </a:t>
            </a:r>
            <a:r>
              <a:rPr lang="en-US" dirty="0"/>
              <a:t>Champ de </a:t>
            </a:r>
            <a:r>
              <a:rPr lang="en-US" dirty="0" err="1"/>
              <a:t>déplacements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C0C2EE-0E5D-5C06-6D16-5FDB23BCF453}"/>
              </a:ext>
            </a:extLst>
          </p:cNvPr>
          <p:cNvSpPr txBox="1"/>
          <p:nvPr/>
        </p:nvSpPr>
        <p:spPr>
          <a:xfrm>
            <a:off x="4326549" y="4966670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10</a:t>
            </a:r>
            <a:r>
              <a:rPr lang="fr-FR" b="1" dirty="0"/>
              <a:t>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02C79A-73E7-55C5-9F4F-673CF663C6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0" r="44381"/>
          <a:stretch>
            <a:fillRect/>
          </a:stretch>
        </p:blipFill>
        <p:spPr>
          <a:xfrm>
            <a:off x="10492688" y="2410146"/>
            <a:ext cx="1325984" cy="253006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F5AA6F-C445-9AF5-25C0-C5C14E468AD5}"/>
              </a:ext>
            </a:extLst>
          </p:cNvPr>
          <p:cNvSpPr txBox="1"/>
          <p:nvPr/>
        </p:nvSpPr>
        <p:spPr>
          <a:xfrm>
            <a:off x="6761814" y="176381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11)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9CB788B-6556-3544-C976-04DFD7671BE4}"/>
              </a:ext>
            </a:extLst>
          </p:cNvPr>
          <p:cNvSpPr txBox="1"/>
          <p:nvPr/>
        </p:nvSpPr>
        <p:spPr>
          <a:xfrm>
            <a:off x="10125855" y="4990111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11</a:t>
            </a:r>
            <a:r>
              <a:rPr lang="fr-FR" b="1" dirty="0"/>
              <a:t>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E7ECFA-E9FC-60B8-C07C-06ABE628186F}"/>
                  </a:ext>
                </a:extLst>
              </p:cNvPr>
              <p:cNvSpPr txBox="1"/>
              <p:nvPr/>
            </p:nvSpPr>
            <p:spPr>
              <a:xfrm>
                <a:off x="8703065" y="5336002"/>
                <a:ext cx="37762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en-US" sz="2000" dirty="0" err="1">
                    <a:latin typeface="Aptos" panose="020B0004020202020204" pitchFamily="34" charset="0"/>
                  </a:rPr>
                  <a:t>Facteur</a:t>
                </a:r>
                <a:r>
                  <a:rPr lang="en-US" sz="2000" dirty="0">
                    <a:latin typeface="Aptos" panose="020B0004020202020204" pitchFamily="34" charset="0"/>
                  </a:rPr>
                  <a:t> critique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EG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EG" sz="20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2998</m:t>
                    </m:r>
                  </m:oMath>
                </a14:m>
                <a:endParaRPr lang="ar-EG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E7ECFA-E9FC-60B8-C07C-06ABE6281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3065" y="5336002"/>
                <a:ext cx="3776252" cy="400110"/>
              </a:xfrm>
              <a:prstGeom prst="rect">
                <a:avLst/>
              </a:prstGeom>
              <a:blipFill>
                <a:blip r:embed="rId5"/>
                <a:stretch>
                  <a:fillRect l="-1454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1DD53DE-825E-2E93-9740-D86E2792B733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BF9902-46CB-E5BB-DAF4-F28B5BE5E50F}"/>
                  </a:ext>
                </a:extLst>
              </p:cNvPr>
              <p:cNvSpPr txBox="1"/>
              <p:nvPr/>
            </p:nvSpPr>
            <p:spPr>
              <a:xfrm>
                <a:off x="4266702" y="5359443"/>
                <a:ext cx="41870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8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BBF9902-46CB-E5BB-DAF4-F28B5BE5E5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6702" y="5359443"/>
                <a:ext cx="4187066" cy="646331"/>
              </a:xfrm>
              <a:prstGeom prst="rect">
                <a:avLst/>
              </a:prstGeom>
              <a:blipFill>
                <a:blip r:embed="rId6"/>
                <a:stretch>
                  <a:fillRect l="-1310" t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5440C72-8AAE-0F39-2984-36F4F611AC96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10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54747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0A3A0-E168-0AC4-439A-ECE2A823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AE005-4E3F-7BD3-9E7F-4825F4A8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1 : Cas 2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8D4252-B8BA-96F0-9C84-5059C30F6594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12,13)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C957D1-17B0-5062-3CF3-2DD5D7D9BECD}"/>
              </a:ext>
            </a:extLst>
          </p:cNvPr>
          <p:cNvSpPr txBox="1"/>
          <p:nvPr/>
        </p:nvSpPr>
        <p:spPr>
          <a:xfrm>
            <a:off x="6010286" y="5856911"/>
            <a:ext cx="3722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Figure 13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832F401-FD85-223D-D235-D18547F6E348}"/>
              </a:ext>
            </a:extLst>
          </p:cNvPr>
          <p:cNvSpPr txBox="1"/>
          <p:nvPr/>
        </p:nvSpPr>
        <p:spPr>
          <a:xfrm>
            <a:off x="262562" y="5856911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Figure 12 : </a:t>
            </a:r>
            <a:r>
              <a:rPr lang="en-US" dirty="0"/>
              <a:t>Champ de </a:t>
            </a:r>
            <a:r>
              <a:rPr lang="en-US" dirty="0" err="1"/>
              <a:t>déplacements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6ED3799-5208-9638-C270-8C296DAE80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62" y="2251935"/>
            <a:ext cx="4955787" cy="357852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6E938F-5C97-945E-1693-DCB6BF8DDE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286" y="2251936"/>
            <a:ext cx="5271764" cy="355206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472BAEC-4FCC-BBA1-B808-C72C79B3F760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9139F6-9555-6E03-DB7D-7700D9D8DE0F}"/>
                  </a:ext>
                </a:extLst>
              </p:cNvPr>
              <p:cNvSpPr txBox="1"/>
              <p:nvPr/>
            </p:nvSpPr>
            <p:spPr>
              <a:xfrm>
                <a:off x="6010286" y="1809885"/>
                <a:ext cx="5525222" cy="369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D9139F6-9555-6E03-DB7D-7700D9D8D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0286" y="1809885"/>
                <a:ext cx="5525222" cy="369525"/>
              </a:xfrm>
              <a:prstGeom prst="rect">
                <a:avLst/>
              </a:prstGeom>
              <a:blipFill>
                <a:blip r:embed="rId4"/>
                <a:stretch>
                  <a:fillRect l="-993"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2FEF429-494A-3D73-F41C-F0351A6BA76C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11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052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F311E8-7EA3-4F13-D81D-230A9B084C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3DC8C-ACEF-A4C0-227A-4F2572098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1 : Cas 2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98DA72-8CE5-3D9A-43F6-0E7B607DE29D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14,15)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03F646-0CDC-E3CD-B313-453A5A00CFB5}"/>
              </a:ext>
            </a:extLst>
          </p:cNvPr>
          <p:cNvSpPr txBox="1"/>
          <p:nvPr/>
        </p:nvSpPr>
        <p:spPr>
          <a:xfrm>
            <a:off x="450217" y="5683421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14</a:t>
            </a:r>
            <a:r>
              <a:rPr lang="fr-FR" b="1" dirty="0"/>
              <a:t>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79CA77C-764D-E44E-EBDF-0869172B2CF0}"/>
                  </a:ext>
                </a:extLst>
              </p:cNvPr>
              <p:cNvSpPr txBox="1"/>
              <p:nvPr/>
            </p:nvSpPr>
            <p:spPr>
              <a:xfrm>
                <a:off x="2410833" y="2981298"/>
                <a:ext cx="21208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Facteur</a:t>
                </a:r>
                <a:r>
                  <a:rPr lang="en-US" dirty="0">
                    <a:latin typeface="Aptos" panose="020B0004020202020204" pitchFamily="34" charset="0"/>
                  </a:rPr>
                  <a:t> critique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E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EG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EG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EG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98</m:t>
                      </m:r>
                    </m:oMath>
                  </m:oMathPara>
                </a14:m>
                <a:endParaRPr lang="ar-EG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79CA77C-764D-E44E-EBDF-0869172B2C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0833" y="2981298"/>
                <a:ext cx="2120825" cy="646331"/>
              </a:xfrm>
              <a:prstGeom prst="rect">
                <a:avLst/>
              </a:prstGeom>
              <a:blipFill>
                <a:blip r:embed="rId2"/>
                <a:stretch>
                  <a:fillRect l="-1724"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F123BA9F-40EA-0425-310D-C079BC81EE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97" r="29426"/>
          <a:stretch>
            <a:fillRect/>
          </a:stretch>
        </p:blipFill>
        <p:spPr>
          <a:xfrm>
            <a:off x="584847" y="2806952"/>
            <a:ext cx="1693338" cy="280805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F44B947-7097-EF34-2E39-FA03D088C011}"/>
              </a:ext>
            </a:extLst>
          </p:cNvPr>
          <p:cNvSpPr txBox="1"/>
          <p:nvPr/>
        </p:nvSpPr>
        <p:spPr>
          <a:xfrm>
            <a:off x="450217" y="2331550"/>
            <a:ext cx="322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Valeurs </a:t>
            </a:r>
            <a:r>
              <a:rPr lang="en-US" b="1" dirty="0" err="1">
                <a:latin typeface="Aptos" panose="020B0004020202020204" pitchFamily="34" charset="0"/>
              </a:rPr>
              <a:t>propres</a:t>
            </a:r>
            <a:r>
              <a:rPr lang="en-US" b="1" dirty="0">
                <a:latin typeface="Aptos" panose="020B0004020202020204" pitchFamily="34" charset="0"/>
              </a:rPr>
              <a:t> negatives 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05D03-25AA-8D98-D60B-0F3326A5BB49}"/>
              </a:ext>
            </a:extLst>
          </p:cNvPr>
          <p:cNvSpPr txBox="1"/>
          <p:nvPr/>
        </p:nvSpPr>
        <p:spPr>
          <a:xfrm>
            <a:off x="5760002" y="2331550"/>
            <a:ext cx="32212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ptos" panose="020B0004020202020204" pitchFamily="34" charset="0"/>
              </a:rPr>
              <a:t>Valeurs </a:t>
            </a:r>
            <a:r>
              <a:rPr lang="en-US" b="1" dirty="0" err="1">
                <a:latin typeface="Aptos" panose="020B0004020202020204" pitchFamily="34" charset="0"/>
              </a:rPr>
              <a:t>propres</a:t>
            </a:r>
            <a:r>
              <a:rPr lang="en-US" b="1" dirty="0">
                <a:latin typeface="Aptos" panose="020B0004020202020204" pitchFamily="34" charset="0"/>
              </a:rPr>
              <a:t> </a:t>
            </a:r>
            <a:r>
              <a:rPr lang="en-US" b="1" dirty="0" err="1">
                <a:latin typeface="Aptos" panose="020B0004020202020204" pitchFamily="34" charset="0"/>
              </a:rPr>
              <a:t>postifs</a:t>
            </a:r>
            <a:r>
              <a:rPr lang="en-US" b="1" dirty="0">
                <a:latin typeface="Aptos" panose="020B0004020202020204" pitchFamily="34" charset="0"/>
              </a:rPr>
              <a:t> 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081FB7B-3356-9FDF-CCFD-A88F8C2D10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012" r="25568"/>
          <a:stretch>
            <a:fillRect/>
          </a:stretch>
        </p:blipFill>
        <p:spPr>
          <a:xfrm>
            <a:off x="5940112" y="2700882"/>
            <a:ext cx="2120825" cy="29909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9A9BD8-C6ED-3F9C-C014-3B7E07F8D79C}"/>
                  </a:ext>
                </a:extLst>
              </p:cNvPr>
              <p:cNvSpPr txBox="1"/>
              <p:nvPr/>
            </p:nvSpPr>
            <p:spPr>
              <a:xfrm>
                <a:off x="8408978" y="2909676"/>
                <a:ext cx="2120825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Aptos" panose="020B0004020202020204" pitchFamily="34" charset="0"/>
                  </a:rPr>
                  <a:t> </a:t>
                </a:r>
                <a:r>
                  <a:rPr lang="en-US" dirty="0" err="1">
                    <a:latin typeface="Aptos" panose="020B0004020202020204" pitchFamily="34" charset="0"/>
                  </a:rPr>
                  <a:t>Facteur</a:t>
                </a:r>
                <a:r>
                  <a:rPr lang="en-US" dirty="0">
                    <a:latin typeface="Aptos" panose="020B0004020202020204" pitchFamily="34" charset="0"/>
                  </a:rPr>
                  <a:t> critique : </a:t>
                </a:r>
                <a:endParaRPr lang="fr-FR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EG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EG" i="1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ar-EG" i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ar-EG" i="0">
                          <a:latin typeface="Cambria Math" panose="02040503050406030204" pitchFamily="18" charset="0"/>
                        </a:rPr>
                        <m:t>≈</m:t>
                      </m:r>
                      <m:r>
                        <a:rPr lang="fr-FR" b="0" i="0" smtClean="0">
                          <a:latin typeface="Cambria Math" panose="02040503050406030204" pitchFamily="18" charset="0"/>
                        </a:rPr>
                        <m:t>3200</m:t>
                      </m:r>
                    </m:oMath>
                  </m:oMathPara>
                </a14:m>
                <a:endParaRPr lang="ar-EG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09A9BD8-C6ED-3F9C-C014-3B7E07F8D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08978" y="2909676"/>
                <a:ext cx="2120825" cy="646331"/>
              </a:xfrm>
              <a:prstGeom prst="rect">
                <a:avLst/>
              </a:prstGeom>
              <a:blipFill>
                <a:blip r:embed="rId5"/>
                <a:stretch>
                  <a:fillRect l="-1724" t="-37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A3D67EA1-838F-9579-77F6-C1183BD5B2F6}"/>
              </a:ext>
            </a:extLst>
          </p:cNvPr>
          <p:cNvSpPr txBox="1"/>
          <p:nvPr/>
        </p:nvSpPr>
        <p:spPr>
          <a:xfrm>
            <a:off x="5779896" y="5683421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</a:t>
            </a:r>
            <a:r>
              <a:rPr lang="fr-FR" b="1" dirty="0"/>
              <a:t>5 : </a:t>
            </a:r>
            <a:r>
              <a:rPr lang="en-US" dirty="0"/>
              <a:t>Mode 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8D5A9E9-DE89-03D7-2310-97FCCBCAE5B7}"/>
              </a:ext>
            </a:extLst>
          </p:cNvPr>
          <p:cNvSpPr txBox="1"/>
          <p:nvPr/>
        </p:nvSpPr>
        <p:spPr>
          <a:xfrm>
            <a:off x="8408978" y="3679412"/>
            <a:ext cx="2951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Modes de flambement physiquement interprétables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8BDE47B-D116-39D9-9BDF-3267C3C755F6}"/>
              </a:ext>
            </a:extLst>
          </p:cNvPr>
          <p:cNvSpPr txBox="1"/>
          <p:nvPr/>
        </p:nvSpPr>
        <p:spPr>
          <a:xfrm>
            <a:off x="2438401" y="3696047"/>
            <a:ext cx="288006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 Modes associés à une inversion du chargement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 Pas de signification physique pour le cas étudié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>
                <a:latin typeface="Aptos" panose="020B0004020202020204" pitchFamily="34" charset="0"/>
              </a:rPr>
              <a:t> Non retenus pour l’analyse de la stabilité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491F42D-A1A1-0FD9-9691-5E02EEDC607F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F54F6F-B77F-BE94-07CD-07B6AA2A37A6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12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6801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8BD7F-00EF-2B22-17D3-4A579AB3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DA10D-3FC2-F5D9-B770-B3B4A6AED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1 : Cas 3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763F38-CF92-B63D-45CC-2E39AB6E991C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16,17)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A8700A0-617A-4961-3EFF-AAE6B4B947EA}"/>
              </a:ext>
            </a:extLst>
          </p:cNvPr>
          <p:cNvSpPr txBox="1"/>
          <p:nvPr/>
        </p:nvSpPr>
        <p:spPr>
          <a:xfrm>
            <a:off x="179882" y="4868230"/>
            <a:ext cx="3722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16</a:t>
            </a:r>
            <a:r>
              <a:rPr lang="fr-FR" b="1" dirty="0"/>
              <a:t> : </a:t>
            </a:r>
            <a:r>
              <a:rPr lang="en-US" dirty="0"/>
              <a:t>Champ de </a:t>
            </a:r>
            <a:r>
              <a:rPr lang="en-US" dirty="0" err="1"/>
              <a:t>déplacements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9A2F7E-6F9F-8485-5EE6-62A25786138B}"/>
              </a:ext>
            </a:extLst>
          </p:cNvPr>
          <p:cNvSpPr txBox="1"/>
          <p:nvPr/>
        </p:nvSpPr>
        <p:spPr>
          <a:xfrm>
            <a:off x="4291370" y="4940215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17</a:t>
            </a:r>
            <a:r>
              <a:rPr lang="fr-FR" b="1" dirty="0"/>
              <a:t>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3E512A-7A24-B9E1-E213-1D282A7E16A7}"/>
              </a:ext>
            </a:extLst>
          </p:cNvPr>
          <p:cNvSpPr txBox="1"/>
          <p:nvPr/>
        </p:nvSpPr>
        <p:spPr>
          <a:xfrm>
            <a:off x="6761814" y="176381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18)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3B028D-53BA-82B3-8BCF-BE3BA3ADC7BF}"/>
              </a:ext>
            </a:extLst>
          </p:cNvPr>
          <p:cNvSpPr txBox="1"/>
          <p:nvPr/>
        </p:nvSpPr>
        <p:spPr>
          <a:xfrm>
            <a:off x="8373162" y="4891920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18</a:t>
            </a:r>
            <a:r>
              <a:rPr lang="fr-FR" b="1" dirty="0"/>
              <a:t>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57893E-1E05-4666-C0FC-4C3E29D9E0DA}"/>
                  </a:ext>
                </a:extLst>
              </p:cNvPr>
              <p:cNvSpPr txBox="1"/>
              <p:nvPr/>
            </p:nvSpPr>
            <p:spPr>
              <a:xfrm>
                <a:off x="8270852" y="5333320"/>
                <a:ext cx="37762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en-US" sz="2000" dirty="0" err="1">
                    <a:latin typeface="Aptos" panose="020B0004020202020204" pitchFamily="34" charset="0"/>
                  </a:rPr>
                  <a:t>Facteur</a:t>
                </a:r>
                <a:r>
                  <a:rPr lang="en-US" sz="2000" dirty="0">
                    <a:latin typeface="Aptos" panose="020B0004020202020204" pitchFamily="34" charset="0"/>
                  </a:rPr>
                  <a:t> critique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EG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EG" sz="20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507</m:t>
                    </m:r>
                  </m:oMath>
                </a14:m>
                <a:endParaRPr lang="ar-EG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57893E-1E05-4666-C0FC-4C3E29D9E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0852" y="5333320"/>
                <a:ext cx="3776252" cy="400110"/>
              </a:xfrm>
              <a:prstGeom prst="rect">
                <a:avLst/>
              </a:prstGeom>
              <a:blipFill>
                <a:blip r:embed="rId2"/>
                <a:stretch>
                  <a:fillRect l="-1454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AC890DC-B8F8-B75E-2BEC-85599D281D93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FBD6CD-FBE1-F306-3247-622E0B68BA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1370" y="2614488"/>
            <a:ext cx="3979482" cy="22273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1DA7B7B-5FF2-9947-0758-0F34B82ED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882" y="2614489"/>
            <a:ext cx="4009179" cy="22273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47E72B3-D104-7235-88C7-BEACB0ABCB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453" t="4357" r="15568"/>
          <a:stretch>
            <a:fillRect/>
          </a:stretch>
        </p:blipFill>
        <p:spPr>
          <a:xfrm>
            <a:off x="8373162" y="2614488"/>
            <a:ext cx="3545970" cy="22053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9BCDD2-26CB-43E8-12F8-2A6A80A20711}"/>
                  </a:ext>
                </a:extLst>
              </p:cNvPr>
              <p:cNvSpPr txBox="1"/>
              <p:nvPr/>
            </p:nvSpPr>
            <p:spPr>
              <a:xfrm>
                <a:off x="3902438" y="5359547"/>
                <a:ext cx="4662482" cy="36952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E9BCDD2-26CB-43E8-12F8-2A6A80A20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438" y="5359547"/>
                <a:ext cx="4662482" cy="369525"/>
              </a:xfrm>
              <a:prstGeom prst="rect">
                <a:avLst/>
              </a:prstGeom>
              <a:blipFill>
                <a:blip r:embed="rId6"/>
                <a:stretch>
                  <a:fillRect l="-1046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529D1A9-B350-3F48-476B-420FF25B9327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13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95370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B042D-AF7E-2C0E-CDDE-D45302443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Modèle 2 - Géométrie plus réaliste</a:t>
            </a:r>
            <a:endParaRPr lang="en-US" dirty="0">
              <a:latin typeface="Aptos" panose="020B00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358D58A-E35D-873A-C3D6-FE181AEDDB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9896725"/>
              </p:ext>
            </p:extLst>
          </p:nvPr>
        </p:nvGraphicFramePr>
        <p:xfrm>
          <a:off x="1097280" y="1845734"/>
          <a:ext cx="5608319" cy="39454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AA203E8-3AC5-AF8F-ADF0-B3DDE58C5DB0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34D727A-02B9-E105-558C-B68AFCA35C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38604" y="1706414"/>
            <a:ext cx="1793868" cy="42241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A41F838-8037-7CE9-2607-1A31A9805962}"/>
              </a:ext>
            </a:extLst>
          </p:cNvPr>
          <p:cNvSpPr txBox="1"/>
          <p:nvPr/>
        </p:nvSpPr>
        <p:spPr>
          <a:xfrm>
            <a:off x="8502465" y="5930519"/>
            <a:ext cx="36590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1</a:t>
            </a:r>
            <a:r>
              <a:rPr lang="fr-FR" b="1" dirty="0"/>
              <a:t>9 : </a:t>
            </a:r>
            <a:r>
              <a:rPr lang="en-US" dirty="0" err="1"/>
              <a:t>Géométrie</a:t>
            </a:r>
            <a:r>
              <a:rPr lang="en-US" dirty="0"/>
              <a:t> du </a:t>
            </a:r>
            <a:r>
              <a:rPr lang="en-US" dirty="0" err="1"/>
              <a:t>modèle</a:t>
            </a:r>
            <a:r>
              <a:rPr lang="en-US" dirty="0"/>
              <a:t> 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3C237-FB7E-6207-B488-FC38DCAEE184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14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13436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B7D48-B37C-2CE9-E9CE-92BCF446D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D641B-0019-7556-A720-8A589AE31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2 : Cas 1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84837D-5EC5-0D9C-2E11-FA724D492F23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20,21)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F9C204C-AAE9-6006-FE61-6A2BE6952F92}"/>
              </a:ext>
            </a:extLst>
          </p:cNvPr>
          <p:cNvSpPr txBox="1"/>
          <p:nvPr/>
        </p:nvSpPr>
        <p:spPr>
          <a:xfrm>
            <a:off x="96283" y="4868230"/>
            <a:ext cx="3722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20 : </a:t>
            </a:r>
            <a:r>
              <a:rPr lang="en-US" dirty="0"/>
              <a:t>Champ de </a:t>
            </a:r>
            <a:r>
              <a:rPr lang="en-US" dirty="0" err="1"/>
              <a:t>déplacements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12E7EF-ECB7-08D1-9AC6-3C9F10A70B24}"/>
              </a:ext>
            </a:extLst>
          </p:cNvPr>
          <p:cNvSpPr txBox="1"/>
          <p:nvPr/>
        </p:nvSpPr>
        <p:spPr>
          <a:xfrm>
            <a:off x="3725851" y="4840698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21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6A94903-788A-B394-63CC-4940ECCD04C0}"/>
              </a:ext>
            </a:extLst>
          </p:cNvPr>
          <p:cNvSpPr txBox="1"/>
          <p:nvPr/>
        </p:nvSpPr>
        <p:spPr>
          <a:xfrm>
            <a:off x="6761814" y="176381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22)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6F56AC-E72E-D379-05C4-42DDA2BABDF7}"/>
              </a:ext>
            </a:extLst>
          </p:cNvPr>
          <p:cNvSpPr txBox="1"/>
          <p:nvPr/>
        </p:nvSpPr>
        <p:spPr>
          <a:xfrm>
            <a:off x="8148744" y="4909725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22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A77957-B9C1-C1B1-C6F6-DCFDC7C7B702}"/>
                  </a:ext>
                </a:extLst>
              </p:cNvPr>
              <p:cNvSpPr txBox="1"/>
              <p:nvPr/>
            </p:nvSpPr>
            <p:spPr>
              <a:xfrm>
                <a:off x="8088283" y="5333319"/>
                <a:ext cx="37762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en-US" sz="2000" dirty="0" err="1">
                    <a:latin typeface="Aptos" panose="020B0004020202020204" pitchFamily="34" charset="0"/>
                  </a:rPr>
                  <a:t>Facteur</a:t>
                </a:r>
                <a:r>
                  <a:rPr lang="en-US" sz="2000" dirty="0">
                    <a:latin typeface="Aptos" panose="020B0004020202020204" pitchFamily="34" charset="0"/>
                  </a:rPr>
                  <a:t> critique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EG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EG" sz="20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39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35</m:t>
                    </m:r>
                  </m:oMath>
                </a14:m>
                <a:endParaRPr lang="ar-EG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7A77957-B9C1-C1B1-C6F6-DCFDC7C7B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83" y="5333319"/>
                <a:ext cx="3776252" cy="400110"/>
              </a:xfrm>
              <a:prstGeom prst="rect">
                <a:avLst/>
              </a:prstGeom>
              <a:blipFill>
                <a:blip r:embed="rId2"/>
                <a:stretch>
                  <a:fillRect l="-1454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C81C930-3319-49FB-6C9D-2B153F6365AB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D601F2-0B81-DD83-54BF-A337939DD3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"/>
          <a:stretch>
            <a:fillRect/>
          </a:stretch>
        </p:blipFill>
        <p:spPr>
          <a:xfrm>
            <a:off x="179882" y="2413886"/>
            <a:ext cx="3545970" cy="2441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234DEFC-731E-6EDC-DA7F-CEDE26CCDC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94"/>
          <a:stretch>
            <a:fillRect/>
          </a:stretch>
        </p:blipFill>
        <p:spPr>
          <a:xfrm>
            <a:off x="3818839" y="2409145"/>
            <a:ext cx="3925852" cy="24590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61BDFBF-FC43-AB53-37F2-DD6AAF3502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896" t="14905" r="-184"/>
          <a:stretch>
            <a:fillRect/>
          </a:stretch>
        </p:blipFill>
        <p:spPr>
          <a:xfrm>
            <a:off x="8148744" y="2409144"/>
            <a:ext cx="3655330" cy="24463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98BE7D-1D45-5F44-BB25-33F46CA734E0}"/>
                  </a:ext>
                </a:extLst>
              </p:cNvPr>
              <p:cNvSpPr txBox="1"/>
              <p:nvPr/>
            </p:nvSpPr>
            <p:spPr>
              <a:xfrm>
                <a:off x="3493596" y="5264943"/>
                <a:ext cx="4655148" cy="371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76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D98BE7D-1D45-5F44-BB25-33F46CA73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3596" y="5264943"/>
                <a:ext cx="4655148" cy="371127"/>
              </a:xfrm>
              <a:prstGeom prst="rect">
                <a:avLst/>
              </a:prstGeom>
              <a:blipFill>
                <a:blip r:embed="rId6"/>
                <a:stretch>
                  <a:fillRect l="-1047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5FD706E-BC00-1917-7E98-675AE8607B0E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15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06823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079DFD-1E9D-13D6-9AB9-E67CFCA767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43A75-199A-F91B-7707-E972CA96B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2 : Cas 2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8FEF29-A11C-0730-CE78-E24AA440ACAD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23,24)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E71CA7-E9A0-2CF1-3689-5DA6A2705398}"/>
              </a:ext>
            </a:extLst>
          </p:cNvPr>
          <p:cNvSpPr txBox="1"/>
          <p:nvPr/>
        </p:nvSpPr>
        <p:spPr>
          <a:xfrm>
            <a:off x="96283" y="4868230"/>
            <a:ext cx="160782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23 : </a:t>
            </a:r>
            <a:r>
              <a:rPr lang="en-US" dirty="0"/>
              <a:t>Champ de </a:t>
            </a:r>
            <a:r>
              <a:rPr lang="en-US" dirty="0" err="1"/>
              <a:t>déplacements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8772A4A-885D-5562-DC8E-83D81F72C4B9}"/>
              </a:ext>
            </a:extLst>
          </p:cNvPr>
          <p:cNvSpPr txBox="1"/>
          <p:nvPr/>
        </p:nvSpPr>
        <p:spPr>
          <a:xfrm>
            <a:off x="2031422" y="4827932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24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9370AF-8A60-F86C-0C97-9548FDA4CFE8}"/>
              </a:ext>
            </a:extLst>
          </p:cNvPr>
          <p:cNvSpPr txBox="1"/>
          <p:nvPr/>
        </p:nvSpPr>
        <p:spPr>
          <a:xfrm>
            <a:off x="6761814" y="176381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25)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DA401F-6824-B268-7864-E4198B5171F3}"/>
              </a:ext>
            </a:extLst>
          </p:cNvPr>
          <p:cNvSpPr txBox="1"/>
          <p:nvPr/>
        </p:nvSpPr>
        <p:spPr>
          <a:xfrm>
            <a:off x="7206635" y="4878728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25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BD2F30-76D5-BD8B-B133-145CB313358C}"/>
                  </a:ext>
                </a:extLst>
              </p:cNvPr>
              <p:cNvSpPr txBox="1"/>
              <p:nvPr/>
            </p:nvSpPr>
            <p:spPr>
              <a:xfrm>
                <a:off x="7206635" y="5197264"/>
                <a:ext cx="37762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en-US" sz="2000" dirty="0" err="1">
                    <a:latin typeface="Aptos" panose="020B0004020202020204" pitchFamily="34" charset="0"/>
                  </a:rPr>
                  <a:t>Facteur</a:t>
                </a:r>
                <a:r>
                  <a:rPr lang="en-US" sz="2000" dirty="0">
                    <a:latin typeface="Aptos" panose="020B0004020202020204" pitchFamily="34" charset="0"/>
                  </a:rPr>
                  <a:t> critique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EG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EG" sz="20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39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endParaRPr lang="ar-EG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7BD2F30-76D5-BD8B-B133-145CB3133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06635" y="5197264"/>
                <a:ext cx="3776252" cy="400110"/>
              </a:xfrm>
              <a:prstGeom prst="rect">
                <a:avLst/>
              </a:prstGeom>
              <a:blipFill>
                <a:blip r:embed="rId2"/>
                <a:stretch>
                  <a:fillRect l="-1452"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C28CC63-19E1-70F5-30DE-C8927B3922E7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F99A13-19E8-32D8-D1A7-BD5A99CC6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00" b="1914"/>
          <a:stretch>
            <a:fillRect/>
          </a:stretch>
        </p:blipFill>
        <p:spPr>
          <a:xfrm>
            <a:off x="2113753" y="2413691"/>
            <a:ext cx="4242309" cy="24415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544567-F9A1-3EA9-5B45-F92CA61ED1C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23" t="10698"/>
          <a:stretch>
            <a:fillRect/>
          </a:stretch>
        </p:blipFill>
        <p:spPr>
          <a:xfrm>
            <a:off x="7206635" y="2413886"/>
            <a:ext cx="4471119" cy="241404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A60423-8E80-9BE4-FBF8-D2E365FFD8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68" r="54985"/>
          <a:stretch>
            <a:fillRect/>
          </a:stretch>
        </p:blipFill>
        <p:spPr>
          <a:xfrm>
            <a:off x="262562" y="2413614"/>
            <a:ext cx="1275293" cy="2439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46F274-8942-67B6-EC74-AB6F8CAA3C33}"/>
                  </a:ext>
                </a:extLst>
              </p:cNvPr>
              <p:cNvSpPr txBox="1"/>
              <p:nvPr/>
            </p:nvSpPr>
            <p:spPr>
              <a:xfrm>
                <a:off x="2031422" y="5272133"/>
                <a:ext cx="4187066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97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846F274-8942-67B6-EC74-AB6F8CAA3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1422" y="5272133"/>
                <a:ext cx="4187066" cy="646331"/>
              </a:xfrm>
              <a:prstGeom prst="rect">
                <a:avLst/>
              </a:prstGeom>
              <a:blipFill>
                <a:blip r:embed="rId6"/>
                <a:stretch>
                  <a:fillRect l="-1164" t="-5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38C5ABC1-774E-3A3C-0795-5170241AB388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16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85010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BA55D-A54B-A523-0F6F-14562BED7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DB61C-4782-9A3B-AC27-CC4B82EC1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2 : Cas 3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90C3E4-C62B-A3B9-3764-38A5D3FD01E8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26,27)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C702AC-82BF-534F-60BC-73336C844BC7}"/>
              </a:ext>
            </a:extLst>
          </p:cNvPr>
          <p:cNvSpPr txBox="1"/>
          <p:nvPr/>
        </p:nvSpPr>
        <p:spPr>
          <a:xfrm>
            <a:off x="96283" y="4868230"/>
            <a:ext cx="3722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26 : </a:t>
            </a:r>
            <a:r>
              <a:rPr lang="en-US" dirty="0"/>
              <a:t>Champ de </a:t>
            </a:r>
            <a:r>
              <a:rPr lang="en-US" dirty="0" err="1"/>
              <a:t>déplacements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30392A-5D94-853E-22CC-A94701C14D25}"/>
              </a:ext>
            </a:extLst>
          </p:cNvPr>
          <p:cNvSpPr txBox="1"/>
          <p:nvPr/>
        </p:nvSpPr>
        <p:spPr>
          <a:xfrm>
            <a:off x="3961678" y="4868230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27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6CE62B-9A40-5F5A-0F62-99026D3C2B07}"/>
              </a:ext>
            </a:extLst>
          </p:cNvPr>
          <p:cNvSpPr txBox="1"/>
          <p:nvPr/>
        </p:nvSpPr>
        <p:spPr>
          <a:xfrm>
            <a:off x="6761814" y="176381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28)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6C55611-4C4C-6BE9-CB1D-A2C21EF74D54}"/>
              </a:ext>
            </a:extLst>
          </p:cNvPr>
          <p:cNvSpPr txBox="1"/>
          <p:nvPr/>
        </p:nvSpPr>
        <p:spPr>
          <a:xfrm>
            <a:off x="8148744" y="4909725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</a:t>
            </a:r>
            <a:r>
              <a:rPr lang="fr-FR" b="1" dirty="0"/>
              <a:t>28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85B532-138A-F38D-7DE7-6742D0A7BC0F}"/>
                  </a:ext>
                </a:extLst>
              </p:cNvPr>
              <p:cNvSpPr txBox="1"/>
              <p:nvPr/>
            </p:nvSpPr>
            <p:spPr>
              <a:xfrm>
                <a:off x="8088283" y="5333319"/>
                <a:ext cx="37762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en-US" sz="2000" dirty="0" err="1">
                    <a:latin typeface="Aptos" panose="020B0004020202020204" pitchFamily="34" charset="0"/>
                  </a:rPr>
                  <a:t>Facteur</a:t>
                </a:r>
                <a:r>
                  <a:rPr lang="en-US" sz="2000" dirty="0">
                    <a:latin typeface="Aptos" panose="020B0004020202020204" pitchFamily="34" charset="0"/>
                  </a:rPr>
                  <a:t> critique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EG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EG" sz="20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endParaRPr lang="ar-EG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D85B532-138A-F38D-7DE7-6742D0A7B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83" y="5333319"/>
                <a:ext cx="3776252" cy="400110"/>
              </a:xfrm>
              <a:prstGeom prst="rect">
                <a:avLst/>
              </a:prstGeom>
              <a:blipFill>
                <a:blip r:embed="rId2"/>
                <a:stretch>
                  <a:fillRect l="-1454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BB4B2E1D-3428-3819-DFD3-715CCD8198DD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FC6462-1181-E91B-39A4-DDEDFC8A0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7035" y="2618509"/>
            <a:ext cx="3893512" cy="22788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A100739-D039-CE77-3106-A90D5EFF69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91"/>
          <a:stretch>
            <a:fillRect/>
          </a:stretch>
        </p:blipFill>
        <p:spPr>
          <a:xfrm>
            <a:off x="96283" y="2618509"/>
            <a:ext cx="3893512" cy="22912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E2BD11D-F97C-2D30-8070-9C11E6F12E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980"/>
          <a:stretch>
            <a:fillRect/>
          </a:stretch>
        </p:blipFill>
        <p:spPr>
          <a:xfrm>
            <a:off x="8073386" y="2618509"/>
            <a:ext cx="4022331" cy="229121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DDCE30-B1A3-FB4E-7141-F325135043B4}"/>
                  </a:ext>
                </a:extLst>
              </p:cNvPr>
              <p:cNvSpPr txBox="1"/>
              <p:nvPr/>
            </p:nvSpPr>
            <p:spPr>
              <a:xfrm>
                <a:off x="3690484" y="5290388"/>
                <a:ext cx="4721995" cy="371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14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6DDCE30-B1A3-FB4E-7141-F325135043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0484" y="5290388"/>
                <a:ext cx="4721995" cy="371127"/>
              </a:xfrm>
              <a:prstGeom prst="rect">
                <a:avLst/>
              </a:prstGeom>
              <a:blipFill>
                <a:blip r:embed="rId6"/>
                <a:stretch>
                  <a:fillRect l="-1032" t="-819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C686CDF-37F5-DF2D-18C4-0CEF30D35E5E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17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9449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3EF1B-2843-9BA0-F04A-077E951EE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 panose="020B0004020202020204" pitchFamily="34" charset="0"/>
              </a:rPr>
              <a:t>Modèle</a:t>
            </a:r>
            <a:r>
              <a:rPr lang="en-US" dirty="0">
                <a:latin typeface="Aptos" panose="020B0004020202020204" pitchFamily="34" charset="0"/>
              </a:rPr>
              <a:t> 3 : </a:t>
            </a:r>
            <a:r>
              <a:rPr lang="en-US" dirty="0" err="1">
                <a:latin typeface="Aptos" panose="020B0004020202020204" pitchFamily="34" charset="0"/>
              </a:rPr>
              <a:t>Optimisation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géométrique</a:t>
            </a:r>
            <a:endParaRPr 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62CBD361-F82D-47A5-FDC6-329B2022412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14407479"/>
                  </p:ext>
                </p:extLst>
              </p:nvPr>
            </p:nvGraphicFramePr>
            <p:xfrm>
              <a:off x="1097280" y="1845733"/>
              <a:ext cx="6428935" cy="449879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8" name="Content Placeholder 7">
                <a:extLst>
                  <a:ext uri="{FF2B5EF4-FFF2-40B4-BE49-F238E27FC236}">
                    <a16:creationId xmlns:a16="http://schemas.microsoft.com/office/drawing/2014/main" id="{62CBD361-F82D-47A5-FDC6-329B2022412A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814407479"/>
                  </p:ext>
                </p:extLst>
              </p:nvPr>
            </p:nvGraphicFramePr>
            <p:xfrm>
              <a:off x="1097280" y="1845733"/>
              <a:ext cx="6428935" cy="449879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42131A27-2EF1-E1CB-EA41-5AF856843A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2851" y="1730722"/>
            <a:ext cx="2582829" cy="1696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8544EC-180B-C757-934E-FF2E66A897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6204" y="3650778"/>
            <a:ext cx="1076122" cy="24416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19CB173-8A43-FECD-1D08-12B14F739891}"/>
              </a:ext>
            </a:extLst>
          </p:cNvPr>
          <p:cNvSpPr txBox="1"/>
          <p:nvPr/>
        </p:nvSpPr>
        <p:spPr>
          <a:xfrm>
            <a:off x="8157070" y="3358390"/>
            <a:ext cx="4982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Figure 29 : </a:t>
            </a:r>
            <a:r>
              <a:rPr lang="fr-FR" sz="1600" dirty="0"/>
              <a:t>Géométrie avec arêtes arrondies</a:t>
            </a:r>
          </a:p>
          <a:p>
            <a:endParaRPr lang="en-US" sz="16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897192-2CCF-8337-584F-0A671B87DA08}"/>
              </a:ext>
            </a:extLst>
          </p:cNvPr>
          <p:cNvSpPr txBox="1"/>
          <p:nvPr/>
        </p:nvSpPr>
        <p:spPr>
          <a:xfrm>
            <a:off x="8157070" y="6023320"/>
            <a:ext cx="4982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/>
              <a:t>Figure 30 : </a:t>
            </a:r>
            <a:r>
              <a:rPr lang="fr-FR" sz="1600" dirty="0"/>
              <a:t>Géométrie avec arêtes arrondies</a:t>
            </a:r>
          </a:p>
          <a:p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2574CB-152E-6AEF-0336-5C4F2E4A1B10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18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44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F4123-782D-1DC9-F193-74760494A6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97052-1885-D033-BFCC-A1C600110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3 : Cas 1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4C632C-61B1-7F52-1904-2F1C54C8B33E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31,32)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607348-1912-CA5C-2991-A74157B7D65E}"/>
              </a:ext>
            </a:extLst>
          </p:cNvPr>
          <p:cNvSpPr txBox="1"/>
          <p:nvPr/>
        </p:nvSpPr>
        <p:spPr>
          <a:xfrm>
            <a:off x="96283" y="4868230"/>
            <a:ext cx="3722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31</a:t>
            </a:r>
            <a:r>
              <a:rPr lang="fr-FR" b="1" dirty="0"/>
              <a:t> : </a:t>
            </a:r>
            <a:r>
              <a:rPr lang="en-US" dirty="0"/>
              <a:t>Champ de </a:t>
            </a:r>
            <a:r>
              <a:rPr lang="en-US" dirty="0" err="1"/>
              <a:t>contraines</a:t>
            </a:r>
            <a:r>
              <a:rPr lang="en-US" dirty="0"/>
              <a:t> 3A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69E8F8-51A6-7170-0533-646008AC4246}"/>
              </a:ext>
            </a:extLst>
          </p:cNvPr>
          <p:cNvSpPr txBox="1"/>
          <p:nvPr/>
        </p:nvSpPr>
        <p:spPr>
          <a:xfrm>
            <a:off x="3725851" y="4840698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32</a:t>
            </a:r>
            <a:r>
              <a:rPr lang="fr-FR" b="1" dirty="0"/>
              <a:t>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r>
              <a:rPr lang="en-US" dirty="0"/>
              <a:t> 3B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AE2262-D719-D865-5FD7-A77B220EFA31}"/>
              </a:ext>
            </a:extLst>
          </p:cNvPr>
          <p:cNvSpPr txBox="1"/>
          <p:nvPr/>
        </p:nvSpPr>
        <p:spPr>
          <a:xfrm>
            <a:off x="6761814" y="176381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33)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6EFFA63-4ED3-18F1-29E4-340A36928746}"/>
              </a:ext>
            </a:extLst>
          </p:cNvPr>
          <p:cNvSpPr txBox="1"/>
          <p:nvPr/>
        </p:nvSpPr>
        <p:spPr>
          <a:xfrm>
            <a:off x="8148744" y="4909725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33</a:t>
            </a:r>
            <a:r>
              <a:rPr lang="fr-FR" b="1" dirty="0"/>
              <a:t>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D09219-AAF7-C616-A118-0368A53F94FD}"/>
                  </a:ext>
                </a:extLst>
              </p:cNvPr>
              <p:cNvSpPr txBox="1"/>
              <p:nvPr/>
            </p:nvSpPr>
            <p:spPr>
              <a:xfrm>
                <a:off x="8088283" y="5333319"/>
                <a:ext cx="37762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en-US" sz="2000" dirty="0" err="1">
                    <a:latin typeface="Aptos" panose="020B0004020202020204" pitchFamily="34" charset="0"/>
                  </a:rPr>
                  <a:t>Facteur</a:t>
                </a:r>
                <a:r>
                  <a:rPr lang="en-US" sz="2000" dirty="0">
                    <a:latin typeface="Aptos" panose="020B0004020202020204" pitchFamily="34" charset="0"/>
                  </a:rPr>
                  <a:t> critique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EG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EG" sz="20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527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endParaRPr lang="ar-EG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D09219-AAF7-C616-A118-0368A53F94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8283" y="5333319"/>
                <a:ext cx="3776252" cy="400110"/>
              </a:xfrm>
              <a:prstGeom prst="rect">
                <a:avLst/>
              </a:prstGeom>
              <a:blipFill>
                <a:blip r:embed="rId2"/>
                <a:stretch>
                  <a:fillRect l="-1454" t="-7576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15E7059F-019E-06C5-DEF6-C1738649FA34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1FF85E-EA24-6B42-F1D1-57403E7392A1}"/>
                  </a:ext>
                </a:extLst>
              </p:cNvPr>
              <p:cNvSpPr txBox="1"/>
              <p:nvPr/>
            </p:nvSpPr>
            <p:spPr>
              <a:xfrm>
                <a:off x="3725851" y="5291824"/>
                <a:ext cx="4644426" cy="375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32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61FF85E-EA24-6B42-F1D1-57403E7392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5851" y="5291824"/>
                <a:ext cx="4644426" cy="375039"/>
              </a:xfrm>
              <a:prstGeom prst="rect">
                <a:avLst/>
              </a:prstGeom>
              <a:blipFill>
                <a:blip r:embed="rId3"/>
                <a:stretch>
                  <a:fillRect l="-1050" t="-6452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>
            <a:extLst>
              <a:ext uri="{FF2B5EF4-FFF2-40B4-BE49-F238E27FC236}">
                <a16:creationId xmlns:a16="http://schemas.microsoft.com/office/drawing/2014/main" id="{1304EC04-0B5B-657A-8686-9CA483A822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5649" y="2652444"/>
            <a:ext cx="4448334" cy="218553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7636752-FA50-A5D9-F8B1-F078BB51C6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83" y="2682696"/>
            <a:ext cx="3993145" cy="21855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F64754-AF4D-A73B-D426-DF2771D3D2DD}"/>
                  </a:ext>
                </a:extLst>
              </p:cNvPr>
              <p:cNvSpPr txBox="1"/>
              <p:nvPr/>
            </p:nvSpPr>
            <p:spPr>
              <a:xfrm>
                <a:off x="145134" y="5264943"/>
                <a:ext cx="2577907" cy="6465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11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</m:oMath>
                </a14:m>
                <a:r>
                  <a:rPr lang="en-US" dirty="0"/>
                  <a:t>Pa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A9F64754-AF4D-A73B-D426-DF2771D3D2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34" y="5264943"/>
                <a:ext cx="2577907" cy="646524"/>
              </a:xfrm>
              <a:prstGeom prst="rect">
                <a:avLst/>
              </a:prstGeom>
              <a:blipFill>
                <a:blip r:embed="rId6"/>
                <a:stretch>
                  <a:fillRect l="-2128" t="-5660" b="-14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" name="Picture 25">
            <a:extLst>
              <a:ext uri="{FF2B5EF4-FFF2-40B4-BE49-F238E27FC236}">
                <a16:creationId xmlns:a16="http://schemas.microsoft.com/office/drawing/2014/main" id="{56CCEBE6-5E7B-B7FC-0AF7-2CE91A60CCB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162"/>
          <a:stretch>
            <a:fillRect/>
          </a:stretch>
        </p:blipFill>
        <p:spPr>
          <a:xfrm>
            <a:off x="8671284" y="2642620"/>
            <a:ext cx="2946093" cy="219535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6E8E8FF-D48D-20B3-1E73-CB595F51D5B9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19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8668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3479-4C80-9448-708A-6AD97FC28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Modèle 4 - Optimisation par augmentation de l’épaisseur</a:t>
            </a:r>
            <a:endParaRPr lang="en-US" dirty="0">
              <a:latin typeface="Aptos" panose="020B00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80072EA-61AC-BDD9-21FC-A843ECA5618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28125888"/>
                  </p:ext>
                </p:extLst>
              </p:nvPr>
            </p:nvGraphicFramePr>
            <p:xfrm>
              <a:off x="1097279" y="1845733"/>
              <a:ext cx="10058401" cy="43901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D80072EA-61AC-BDD9-21FC-A843ECA5618F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28125888"/>
                  </p:ext>
                </p:extLst>
              </p:nvPr>
            </p:nvGraphicFramePr>
            <p:xfrm>
              <a:off x="1097279" y="1845733"/>
              <a:ext cx="10058401" cy="4390175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A418BC0-FDBD-D9CF-FB13-A2D61924A9AF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C700AA-E666-E135-4102-88AA1A180C71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20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7442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95FF9-E011-EA19-12E3-50711BFD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04EC2-8725-B9B7-AE47-2A59E5251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Aptos" panose="020B0004020202020204" pitchFamily="34" charset="0"/>
              </a:rPr>
              <a:t>Résultats Modèle 4 : Cas 1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D30F4E-60D6-B3F1-AC33-6CD1054B3DAB}"/>
              </a:ext>
            </a:extLst>
          </p:cNvPr>
          <p:cNvSpPr txBox="1"/>
          <p:nvPr/>
        </p:nvSpPr>
        <p:spPr>
          <a:xfrm>
            <a:off x="262562" y="1763815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statique (figures 34)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A341FB-6E77-8FC6-D3BA-79880FC8C9FE}"/>
              </a:ext>
            </a:extLst>
          </p:cNvPr>
          <p:cNvSpPr txBox="1"/>
          <p:nvPr/>
        </p:nvSpPr>
        <p:spPr>
          <a:xfrm>
            <a:off x="513729" y="5011600"/>
            <a:ext cx="37225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34</a:t>
            </a:r>
            <a:r>
              <a:rPr lang="fr-FR" b="1" dirty="0"/>
              <a:t> : </a:t>
            </a:r>
            <a:r>
              <a:rPr lang="en-US" dirty="0"/>
              <a:t>Champ de </a:t>
            </a:r>
            <a:r>
              <a:rPr lang="en-US" dirty="0" err="1"/>
              <a:t>contraintes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572513-8D1D-D39B-75B1-33FB3544037D}"/>
              </a:ext>
            </a:extLst>
          </p:cNvPr>
          <p:cNvSpPr txBox="1"/>
          <p:nvPr/>
        </p:nvSpPr>
        <p:spPr>
          <a:xfrm>
            <a:off x="6761814" y="1763814"/>
            <a:ext cx="60935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dirty="0">
                <a:latin typeface="Aptos" panose="020B0004020202020204" pitchFamily="34" charset="0"/>
              </a:rPr>
              <a:t>Résultats de flambement (figure 35) :</a:t>
            </a:r>
            <a:endParaRPr lang="fr-FR" sz="24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FC110D9-D294-A0AF-9F7D-065E31660A31}"/>
              </a:ext>
            </a:extLst>
          </p:cNvPr>
          <p:cNvSpPr txBox="1"/>
          <p:nvPr/>
        </p:nvSpPr>
        <p:spPr>
          <a:xfrm>
            <a:off x="6933852" y="4981727"/>
            <a:ext cx="20661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/>
              <a:t>Figure 35</a:t>
            </a:r>
            <a:r>
              <a:rPr lang="fr-FR" b="1" dirty="0"/>
              <a:t> : </a:t>
            </a:r>
            <a:r>
              <a:rPr lang="en-US" dirty="0"/>
              <a:t>Mode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142F4F0-5FD7-C8DA-DD2B-92AC0553ABC0}"/>
                  </a:ext>
                </a:extLst>
              </p:cNvPr>
              <p:cNvSpPr txBox="1"/>
              <p:nvPr/>
            </p:nvSpPr>
            <p:spPr>
              <a:xfrm>
                <a:off x="6933852" y="5351059"/>
                <a:ext cx="377625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Font typeface="Arial" panose="020B0604020202020204" pitchFamily="34" charset="0"/>
                  <a:buChar char="•"/>
                </a:pPr>
                <a:r>
                  <a:rPr lang="en-US" sz="2000" dirty="0">
                    <a:latin typeface="Aptos" panose="020B0004020202020204" pitchFamily="34" charset="0"/>
                  </a:rPr>
                  <a:t> </a:t>
                </a:r>
                <a:r>
                  <a:rPr lang="en-US" sz="2000" dirty="0" err="1">
                    <a:latin typeface="Aptos" panose="020B0004020202020204" pitchFamily="34" charset="0"/>
                  </a:rPr>
                  <a:t>Facteur</a:t>
                </a:r>
                <a:r>
                  <a:rPr lang="en-US" sz="2000" dirty="0">
                    <a:latin typeface="Aptos" panose="020B0004020202020204" pitchFamily="34" charset="0"/>
                  </a:rPr>
                  <a:t> critique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EG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EG" sz="2000" i="1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ar-EG" sz="2000" i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ar-EG" sz="2000" i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1597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fr-FR" sz="2000" b="0" i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ar-EG" sz="2000" dirty="0">
                  <a:latin typeface="Aptos" panose="020B0004020202020204" pitchFamily="34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142F4F0-5FD7-C8DA-DD2B-92AC0553AB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3852" y="5351059"/>
                <a:ext cx="3776252" cy="400110"/>
              </a:xfrm>
              <a:prstGeom prst="rect">
                <a:avLst/>
              </a:prstGeom>
              <a:blipFill>
                <a:blip r:embed="rId2"/>
                <a:stretch>
                  <a:fillRect l="-1452" t="-7692" b="-2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2E73F041-23B7-9723-F641-8EC64283E532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DF7B3E-3B1C-8214-D63F-0081DE5AC8BA}"/>
                  </a:ext>
                </a:extLst>
              </p:cNvPr>
              <p:cNvSpPr txBox="1"/>
              <p:nvPr/>
            </p:nvSpPr>
            <p:spPr>
              <a:xfrm>
                <a:off x="513729" y="5440454"/>
                <a:ext cx="4187066" cy="3711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Contraintes </a:t>
                </a:r>
                <a:r>
                  <a:rPr lang="en-US" dirty="0" err="1"/>
                  <a:t>maximales</a:t>
                </a:r>
                <a:r>
                  <a:rPr lang="en-US" dirty="0"/>
                  <a:t> 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𝑉𝑀</m:t>
                        </m:r>
                      </m:sub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p>
                    </m:sSubSup>
                    <m:r>
                      <a:rPr lang="fr-F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b="0" i="1" smtClean="0">
                        <a:latin typeface="Cambria Math" panose="02040503050406030204" pitchFamily="18" charset="0"/>
                      </a:rPr>
                      <m:t>1</m:t>
                    </m:r>
                    <m:sSup>
                      <m:sSupPr>
                        <m:ctrlPr>
                          <a:rPr lang="fr-F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fr-F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a:rPr lang="fr-FR" b="0" i="1" smtClean="0">
                        <a:latin typeface="Cambria Math" panose="02040503050406030204" pitchFamily="18" charset="0"/>
                      </a:rPr>
                      <m:t>𝑃𝑎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ADF7B3E-3B1C-8214-D63F-0081DE5AC8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729" y="5440454"/>
                <a:ext cx="4187066" cy="371127"/>
              </a:xfrm>
              <a:prstGeom prst="rect">
                <a:avLst/>
              </a:prstGeom>
              <a:blipFill>
                <a:blip r:embed="rId3"/>
                <a:stretch>
                  <a:fillRect l="-1164"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4BD433C5-DE30-50AB-4F54-4B83D043C6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729" y="2460630"/>
            <a:ext cx="4527228" cy="23526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2564ED-BE49-B4F2-6E21-0C37B20BCA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>
            <a:fillRect/>
          </a:stretch>
        </p:blipFill>
        <p:spPr>
          <a:xfrm>
            <a:off x="6933852" y="2364087"/>
            <a:ext cx="3448106" cy="254563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77F4D6C-741A-2285-A443-93A895CB46F4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21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7632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28CB-38FA-D851-6012-76F409631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Synthèse</a:t>
            </a:r>
            <a:r>
              <a:rPr lang="en-US" dirty="0"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des </a:t>
            </a:r>
            <a:r>
              <a:rPr lang="en-US" dirty="0" err="1">
                <a:latin typeface="Aptos" panose="020B000402020202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résultats</a:t>
            </a:r>
            <a:endParaRPr lang="en-US" dirty="0">
              <a:latin typeface="Aptos" panose="020B000402020202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D91745D-CB87-7E16-9C50-79D3629839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70683794"/>
                  </p:ext>
                </p:extLst>
              </p:nvPr>
            </p:nvGraphicFramePr>
            <p:xfrm>
              <a:off x="809166" y="1873838"/>
              <a:ext cx="10573667" cy="4373741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762278">
                      <a:extLst>
                        <a:ext uri="{9D8B030D-6E8A-4147-A177-3AD203B41FA5}">
                          <a16:colId xmlns:a16="http://schemas.microsoft.com/office/drawing/2014/main" val="4153472207"/>
                        </a:ext>
                      </a:extLst>
                    </a:gridCol>
                    <a:gridCol w="1762278">
                      <a:extLst>
                        <a:ext uri="{9D8B030D-6E8A-4147-A177-3AD203B41FA5}">
                          <a16:colId xmlns:a16="http://schemas.microsoft.com/office/drawing/2014/main" val="3334363149"/>
                        </a:ext>
                      </a:extLst>
                    </a:gridCol>
                    <a:gridCol w="1762278">
                      <a:extLst>
                        <a:ext uri="{9D8B030D-6E8A-4147-A177-3AD203B41FA5}">
                          <a16:colId xmlns:a16="http://schemas.microsoft.com/office/drawing/2014/main" val="1033955993"/>
                        </a:ext>
                      </a:extLst>
                    </a:gridCol>
                    <a:gridCol w="1768834">
                      <a:extLst>
                        <a:ext uri="{9D8B030D-6E8A-4147-A177-3AD203B41FA5}">
                          <a16:colId xmlns:a16="http://schemas.microsoft.com/office/drawing/2014/main" val="939402361"/>
                        </a:ext>
                      </a:extLst>
                    </a:gridCol>
                    <a:gridCol w="1755721">
                      <a:extLst>
                        <a:ext uri="{9D8B030D-6E8A-4147-A177-3AD203B41FA5}">
                          <a16:colId xmlns:a16="http://schemas.microsoft.com/office/drawing/2014/main" val="3080408129"/>
                        </a:ext>
                      </a:extLst>
                    </a:gridCol>
                    <a:gridCol w="1762278">
                      <a:extLst>
                        <a:ext uri="{9D8B030D-6E8A-4147-A177-3AD203B41FA5}">
                          <a16:colId xmlns:a16="http://schemas.microsoft.com/office/drawing/2014/main" val="1078950060"/>
                        </a:ext>
                      </a:extLst>
                    </a:gridCol>
                  </a:tblGrid>
                  <a:tr h="5064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Modèle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Cas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ar-EG" sz="1500"/>
                                    </m:ctrlPr>
                                  </m:sSubPr>
                                  <m:e>
                                    <m:r>
                                      <a:rPr lang="ar-EG" sz="1500"/>
                                      <m:t>𝜆</m:t>
                                    </m:r>
                                  </m:e>
                                  <m:sub>
                                    <m:r>
                                      <a:rPr lang="ar-EG" sz="1500"/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Zone critique (</a:t>
                          </a:r>
                          <a:r>
                            <a:rPr lang="en-US" sz="1500" dirty="0" err="1"/>
                            <a:t>flambement</a:t>
                          </a:r>
                          <a:r>
                            <a:rPr lang="en-US" sz="1500" dirty="0"/>
                            <a:t>)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5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50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5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fr-FR" sz="1500" b="0" i="1" smtClean="0">
                                          <a:latin typeface="Cambria Math" panose="02040503050406030204" pitchFamily="18" charset="0"/>
                                        </a:rPr>
                                        <m:t>𝑉𝑀</m:t>
                                      </m:r>
                                    </m:e>
                                    <m:sub>
                                      <m:r>
                                        <a:rPr lang="fr-FR" sz="1500" b="0" i="1" smtClean="0">
                                          <a:latin typeface="Cambria Math" panose="02040503050406030204" pitchFamily="18" charset="0"/>
                                        </a:rPr>
                                        <m:t>𝑚𝑎𝑥</m:t>
                                      </m:r>
                                    </m:sub>
                                  </m:sSub>
                                </m:sub>
                              </m:sSub>
                            </m:oMath>
                          </a14:m>
                          <a:r>
                            <a:rPr lang="en-US" sz="1500" dirty="0"/>
                            <a:t>(Pa)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Zone</a:t>
                          </a:r>
                          <a:endParaRPr lang="ar-EG" sz="1500" dirty="0"/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175540"/>
                      </a:ext>
                    </a:extLst>
                  </a:tr>
                  <a:tr h="506442">
                    <a:tc rowSpan="3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1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2998.48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Paroi supérieure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5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80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4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396064615"/>
                      </a:ext>
                    </a:extLst>
                  </a:tr>
                  <a:tr h="506442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+ pression </a:t>
                          </a:r>
                          <a:r>
                            <a:rPr lang="en-US" sz="1500" dirty="0" err="1"/>
                            <a:t>hydrostatique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l-GR" sz="1500" dirty="0"/>
                            <a:t>3199.47 </a:t>
                          </a:r>
                          <a:r>
                            <a:rPr lang="fr-FR" sz="1500" dirty="0"/>
                            <a:t>               </a:t>
                          </a:r>
                          <a:r>
                            <a:rPr lang="el-GR" sz="1500" dirty="0"/>
                            <a:t>(λ</a:t>
                          </a:r>
                          <a:r>
                            <a:rPr lang="en-US" sz="1500" dirty="0"/>
                            <a:t>ₙₑg = −0.98)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Paroi supérieure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2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94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3861596534"/>
                      </a:ext>
                    </a:extLst>
                  </a:tr>
                  <a:tr h="506442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Poids + pression + surpression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507.14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Paroi supérieure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9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16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850709418"/>
                      </a:ext>
                    </a:extLst>
                  </a:tr>
                  <a:tr h="284355">
                    <a:tc rowSpan="3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2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Poids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39.35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 (toit)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4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76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2033809412"/>
                      </a:ext>
                    </a:extLst>
                  </a:tr>
                  <a:tr h="506442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+ pression </a:t>
                          </a:r>
                          <a:r>
                            <a:rPr lang="en-US" sz="1500" dirty="0" err="1"/>
                            <a:t>hydrostatique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39.36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2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97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7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497315637"/>
                      </a:ext>
                    </a:extLst>
                  </a:tr>
                  <a:tr h="506442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+ pression + </a:t>
                          </a:r>
                          <a:r>
                            <a:rPr lang="en-US" sz="1500" dirty="0" err="1"/>
                            <a:t>surpression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l-GR" sz="1500" dirty="0"/>
                            <a:t>0.83 </a:t>
                          </a:r>
                          <a:r>
                            <a:rPr lang="fr-FR" sz="1500" dirty="0"/>
                            <a:t>                               </a:t>
                          </a:r>
                          <a:r>
                            <a:rPr lang="el-GR" sz="1500" dirty="0"/>
                            <a:t>(λ₁₀ = 1.04)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1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14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9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1297832184"/>
                      </a:ext>
                    </a:extLst>
                  </a:tr>
                  <a:tr h="5064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3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527.37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de la cuve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9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32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5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2050721058"/>
                      </a:ext>
                    </a:extLst>
                  </a:tr>
                  <a:tr h="5064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4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1597.1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de la cuve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ar-EG" sz="1500"/>
                                  <m:t>1</m:t>
                                </m:r>
                                <m:r>
                                  <a:rPr lang="ar-EG" sz="1500"/>
                                  <m:t>.</m:t>
                                </m:r>
                                <m:r>
                                  <a:rPr lang="ar-EG" sz="1500"/>
                                  <m:t>00</m:t>
                                </m:r>
                                <m:r>
                                  <a:rPr lang="ar-EG" sz="1500"/>
                                  <m:t>×</m:t>
                                </m:r>
                                <m:sSup>
                                  <m:sSupPr>
                                    <m:ctrlPr>
                                      <a:rPr lang="ar-EG" sz="1500"/>
                                    </m:ctrlPr>
                                  </m:sSupPr>
                                  <m:e>
                                    <m:r>
                                      <a:rPr lang="ar-EG" sz="1500"/>
                                      <m:t>10</m:t>
                                    </m:r>
                                  </m:e>
                                  <m:sup>
                                    <m:r>
                                      <a:rPr lang="ar-EG" sz="1500"/>
                                      <m:t>6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ar-EG" sz="150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Base (</a:t>
                          </a:r>
                          <a:r>
                            <a:rPr lang="en-US" sz="1500" dirty="0" err="1"/>
                            <a:t>encastrement</a:t>
                          </a:r>
                          <a:r>
                            <a:rPr lang="en-US" sz="1500" dirty="0"/>
                            <a:t>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388651092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Content Placeholder 6">
                <a:extLst>
                  <a:ext uri="{FF2B5EF4-FFF2-40B4-BE49-F238E27FC236}">
                    <a16:creationId xmlns:a16="http://schemas.microsoft.com/office/drawing/2014/main" id="{1D91745D-CB87-7E16-9C50-79D362983996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70683794"/>
                  </p:ext>
                </p:extLst>
              </p:nvPr>
            </p:nvGraphicFramePr>
            <p:xfrm>
              <a:off x="809166" y="1873838"/>
              <a:ext cx="10573667" cy="4373741"/>
            </p:xfrm>
            <a:graphic>
              <a:graphicData uri="http://schemas.openxmlformats.org/drawingml/2006/table">
                <a:tbl>
                  <a:tblPr>
                    <a:tableStyleId>{616DA210-FB5B-4158-B5E0-FEB733F419BA}</a:tableStyleId>
                  </a:tblPr>
                  <a:tblGrid>
                    <a:gridCol w="1762278">
                      <a:extLst>
                        <a:ext uri="{9D8B030D-6E8A-4147-A177-3AD203B41FA5}">
                          <a16:colId xmlns:a16="http://schemas.microsoft.com/office/drawing/2014/main" val="4153472207"/>
                        </a:ext>
                      </a:extLst>
                    </a:gridCol>
                    <a:gridCol w="1762278">
                      <a:extLst>
                        <a:ext uri="{9D8B030D-6E8A-4147-A177-3AD203B41FA5}">
                          <a16:colId xmlns:a16="http://schemas.microsoft.com/office/drawing/2014/main" val="3334363149"/>
                        </a:ext>
                      </a:extLst>
                    </a:gridCol>
                    <a:gridCol w="1762278">
                      <a:extLst>
                        <a:ext uri="{9D8B030D-6E8A-4147-A177-3AD203B41FA5}">
                          <a16:colId xmlns:a16="http://schemas.microsoft.com/office/drawing/2014/main" val="1033955993"/>
                        </a:ext>
                      </a:extLst>
                    </a:gridCol>
                    <a:gridCol w="1768834">
                      <a:extLst>
                        <a:ext uri="{9D8B030D-6E8A-4147-A177-3AD203B41FA5}">
                          <a16:colId xmlns:a16="http://schemas.microsoft.com/office/drawing/2014/main" val="939402361"/>
                        </a:ext>
                      </a:extLst>
                    </a:gridCol>
                    <a:gridCol w="1755721">
                      <a:extLst>
                        <a:ext uri="{9D8B030D-6E8A-4147-A177-3AD203B41FA5}">
                          <a16:colId xmlns:a16="http://schemas.microsoft.com/office/drawing/2014/main" val="3080408129"/>
                        </a:ext>
                      </a:extLst>
                    </a:gridCol>
                    <a:gridCol w="1762278">
                      <a:extLst>
                        <a:ext uri="{9D8B030D-6E8A-4147-A177-3AD203B41FA5}">
                          <a16:colId xmlns:a16="http://schemas.microsoft.com/office/drawing/2014/main" val="1078950060"/>
                        </a:ext>
                      </a:extLst>
                    </a:gridCol>
                  </a:tblGrid>
                  <a:tr h="51296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Modèle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Cas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200692" t="-5952" r="-301038" b="-7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Zone critique (</a:t>
                          </a:r>
                          <a:r>
                            <a:rPr lang="en-US" sz="1500" dirty="0" err="1"/>
                            <a:t>flambement</a:t>
                          </a:r>
                          <a:r>
                            <a:rPr lang="en-US" sz="1500" dirty="0"/>
                            <a:t>)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5952" r="-100692" b="-7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Zone</a:t>
                          </a:r>
                          <a:endParaRPr lang="ar-EG" sz="1500" dirty="0"/>
                        </a:p>
                      </a:txBody>
                      <a:tcPr marL="55769" marR="55769" marT="27884" marB="27884" anchor="ctr">
                        <a:solidFill>
                          <a:schemeClr val="bg2">
                            <a:lumMod val="9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8175540"/>
                      </a:ext>
                    </a:extLst>
                  </a:tr>
                  <a:tr h="506442">
                    <a:tc rowSpan="3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1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2998.48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Paroi supérieure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107229" r="-100692" b="-6662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396064615"/>
                      </a:ext>
                    </a:extLst>
                  </a:tr>
                  <a:tr h="512968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+ pression </a:t>
                          </a:r>
                          <a:r>
                            <a:rPr lang="en-US" sz="1500" dirty="0" err="1"/>
                            <a:t>hydrostatique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l-GR" sz="1500" dirty="0"/>
                            <a:t>3199.47 </a:t>
                          </a:r>
                          <a:r>
                            <a:rPr lang="fr-FR" sz="1500" dirty="0"/>
                            <a:t>               </a:t>
                          </a:r>
                          <a:r>
                            <a:rPr lang="el-GR" sz="1500" dirty="0"/>
                            <a:t>(λ</a:t>
                          </a:r>
                          <a:r>
                            <a:rPr lang="en-US" sz="1500" dirty="0"/>
                            <a:t>ₙₑg = −0.98)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Paroi supérieure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202353" r="-100692" b="-5505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3861596534"/>
                      </a:ext>
                    </a:extLst>
                  </a:tr>
                  <a:tr h="512968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Poids + pression + surpression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507.14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Paroi supérieure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305952" r="-100692" b="-4571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850709418"/>
                      </a:ext>
                    </a:extLst>
                  </a:tr>
                  <a:tr h="289575">
                    <a:tc rowSpan="3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2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Poids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39.35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 (toit)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725532" r="-100692" b="-7170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2033809412"/>
                      </a:ext>
                    </a:extLst>
                  </a:tr>
                  <a:tr h="512968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+ pression </a:t>
                          </a:r>
                          <a:r>
                            <a:rPr lang="en-US" sz="1500" dirty="0" err="1"/>
                            <a:t>hydrostatique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39.36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456471" r="-100692" b="-29647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497315637"/>
                      </a:ext>
                    </a:extLst>
                  </a:tr>
                  <a:tr h="512968">
                    <a:tc vMerge="1"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endParaRPr lang="en-US" sz="1600" dirty="0"/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+ pression + </a:t>
                          </a:r>
                          <a:r>
                            <a:rPr lang="en-US" sz="1500" dirty="0" err="1"/>
                            <a:t>surpression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l-GR" sz="1500" dirty="0"/>
                            <a:t>0.83 </a:t>
                          </a:r>
                          <a:r>
                            <a:rPr lang="fr-FR" sz="1500" dirty="0"/>
                            <a:t>                               </a:t>
                          </a:r>
                          <a:r>
                            <a:rPr lang="el-GR" sz="1500" dirty="0"/>
                            <a:t>(λ₁₀ = 1.04)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563095" r="-10069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Arête vive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1297832184"/>
                      </a:ext>
                    </a:extLst>
                  </a:tr>
                  <a:tr h="5064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3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527.37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de la cuve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671084" r="-100692" b="-10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(encastrement)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2050721058"/>
                      </a:ext>
                    </a:extLst>
                  </a:tr>
                  <a:tr h="506442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b="1" dirty="0" err="1"/>
                            <a:t>Modèle</a:t>
                          </a:r>
                          <a:r>
                            <a:rPr lang="en-US" sz="1500" b="1" dirty="0"/>
                            <a:t> 4</a:t>
                          </a:r>
                          <a:endParaRPr lang="en-US" sz="1500" dirty="0"/>
                        </a:p>
                      </a:txBody>
                      <a:tcPr marL="55769" marR="55769" marT="27884" marB="27884" anchor="ctr">
                        <a:solidFill>
                          <a:schemeClr val="bg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 err="1"/>
                            <a:t>Poids</a:t>
                          </a:r>
                          <a:r>
                            <a:rPr lang="en-US" sz="1500" dirty="0"/>
                            <a:t> propre</a:t>
                          </a:r>
                        </a:p>
                      </a:txBody>
                      <a:tcPr marL="55769" marR="55769" marT="27884" marB="27884" anchor="ctr"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1597.1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/>
                            <a:t>Base de la cuve</a:t>
                          </a:r>
                        </a:p>
                      </a:txBody>
                      <a:tcPr marL="55769" marR="55769" marT="27884" marB="27884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5769" marR="55769" marT="27884" marB="27884" anchor="ctr">
                        <a:blipFill>
                          <a:blip r:embed="rId2"/>
                          <a:stretch>
                            <a:fillRect l="-401038" t="-771084" r="-100692" b="-241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US" sz="1500" dirty="0"/>
                            <a:t>Base (</a:t>
                          </a:r>
                          <a:r>
                            <a:rPr lang="en-US" sz="1500" dirty="0" err="1"/>
                            <a:t>encastrement</a:t>
                          </a:r>
                          <a:r>
                            <a:rPr lang="en-US" sz="1500" dirty="0"/>
                            <a:t>)</a:t>
                          </a:r>
                        </a:p>
                      </a:txBody>
                      <a:tcPr marL="55769" marR="55769" marT="27884" marB="27884" anchor="ctr"/>
                    </a:tc>
                    <a:extLst>
                      <a:ext uri="{0D108BD9-81ED-4DB2-BD59-A6C34878D82A}">
                        <a16:rowId xmlns:a16="http://schemas.microsoft.com/office/drawing/2014/main" val="388651092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8022B8F6-3ADA-0BFD-2DAA-D1770FFBB5FE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B44AE-8FF1-CBAD-7A58-8DB66D154BDE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22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11816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1D4BEB-8137-6050-A1F7-E4CFB5471DD4}"/>
              </a:ext>
            </a:extLst>
          </p:cNvPr>
          <p:cNvSpPr txBox="1"/>
          <p:nvPr/>
        </p:nvSpPr>
        <p:spPr>
          <a:xfrm>
            <a:off x="3168554" y="115809"/>
            <a:ext cx="585489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4800" b="1" dirty="0">
                <a:latin typeface="Aptos" panose="020B0004020202020204" pitchFamily="34" charset="0"/>
              </a:rPr>
              <a:t>Conclusion</a:t>
            </a:r>
            <a:endParaRPr lang="en-US" sz="4800" b="1" dirty="0">
              <a:latin typeface="Aptos" panose="020B0004020202020204" pitchFamily="34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FB87409-44CF-612F-A42C-1D1AEF9274C9}"/>
              </a:ext>
            </a:extLst>
          </p:cNvPr>
          <p:cNvCxnSpPr/>
          <p:nvPr/>
        </p:nvCxnSpPr>
        <p:spPr>
          <a:xfrm>
            <a:off x="3992880" y="946806"/>
            <a:ext cx="420624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E1C36AD-8787-391B-E9F5-DACB30D89C0D}"/>
              </a:ext>
            </a:extLst>
          </p:cNvPr>
          <p:cNvSpPr txBox="1"/>
          <p:nvPr/>
        </p:nvSpPr>
        <p:spPr>
          <a:xfrm>
            <a:off x="3441510" y="1326081"/>
            <a:ext cx="60937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 flambement est une </a:t>
            </a:r>
            <a:r>
              <a:rPr lang="fr-FR" b="1" dirty="0"/>
              <a:t>instabilité géométrique</a:t>
            </a:r>
            <a:endParaRPr lang="fr-FR" dirty="0"/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Les arêtes vives sont des zones critiques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Une optimisation géométrique simple est très efficace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dirty="0"/>
              <a:t>L’augmentation d’épaisseur améliore la stabilité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6A3FC91-6C32-FB89-FD71-D88D18AA75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6895584"/>
              </p:ext>
            </p:extLst>
          </p:nvPr>
        </p:nvGraphicFramePr>
        <p:xfrm>
          <a:off x="3318679" y="2771873"/>
          <a:ext cx="6093724" cy="31393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EEC4CC01-067F-4130-3455-4BE1D5CD03E6}"/>
              </a:ext>
            </a:extLst>
          </p:cNvPr>
          <p:cNvSpPr txBox="1"/>
          <p:nvPr/>
        </p:nvSpPr>
        <p:spPr>
          <a:xfrm>
            <a:off x="30480" y="6402120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Aptos" panose="020B0004020202020204" pitchFamily="34" charset="0"/>
              </a:rPr>
              <a:t>ELGABBAS Ahmed - Master 2 MAM 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2C3DF2-B6F8-E534-0142-76888AF459E3}"/>
              </a:ext>
            </a:extLst>
          </p:cNvPr>
          <p:cNvSpPr txBox="1"/>
          <p:nvPr/>
        </p:nvSpPr>
        <p:spPr>
          <a:xfrm>
            <a:off x="11673914" y="6402120"/>
            <a:ext cx="5180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>
                <a:solidFill>
                  <a:schemeClr val="bg1"/>
                </a:solidFill>
                <a:latin typeface="Aptos" panose="020B0004020202020204" pitchFamily="34" charset="0"/>
              </a:rPr>
              <a:t>23          </a:t>
            </a:r>
            <a:endParaRPr lang="en-US" sz="2000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515857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6944</TotalTime>
  <Words>1661</Words>
  <Application>Microsoft Office PowerPoint</Application>
  <PresentationFormat>Widescreen</PresentationFormat>
  <Paragraphs>331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Calibri</vt:lpstr>
      <vt:lpstr>Calibri Light</vt:lpstr>
      <vt:lpstr>Cambria Math</vt:lpstr>
      <vt:lpstr>Retrospect</vt:lpstr>
      <vt:lpstr>Flambement d’une cuve cylindrique mince</vt:lpstr>
      <vt:lpstr>Contexte et Problématique</vt:lpstr>
      <vt:lpstr>Objectifs du projet</vt:lpstr>
      <vt:lpstr>Méthodologie d’analyse de la stabilité</vt:lpstr>
      <vt:lpstr>PowerPoint Presentation</vt:lpstr>
      <vt:lpstr>Modèle 1 : géométrie et hypothèses</vt:lpstr>
      <vt:lpstr>Conditions aux limites et symétries</vt:lpstr>
      <vt:lpstr>PowerPoint Presentation</vt:lpstr>
      <vt:lpstr>Cas de chargement étudiés</vt:lpstr>
      <vt:lpstr>Étude de convergence du maillage</vt:lpstr>
      <vt:lpstr>Résultats Modèle 1 : Cas 1</vt:lpstr>
      <vt:lpstr>Résultats Modèle 1 : Cas 2</vt:lpstr>
      <vt:lpstr>Résultats Modèle 1 : Cas 2</vt:lpstr>
      <vt:lpstr>Résultats Modèle 1 : Cas 3</vt:lpstr>
      <vt:lpstr>Modèle 2 - Géométrie plus réaliste</vt:lpstr>
      <vt:lpstr>Résultats Modèle 2 : Cas 1</vt:lpstr>
      <vt:lpstr>Résultats Modèle 2 : Cas 2</vt:lpstr>
      <vt:lpstr>Résultats Modèle 2 : Cas 3</vt:lpstr>
      <vt:lpstr>Modèle 3 : Optimisation géométrique</vt:lpstr>
      <vt:lpstr>Résultats Modèle 3 : Cas 1</vt:lpstr>
      <vt:lpstr>Modèle 4 - Optimisation par augmentation de l’épaisseur</vt:lpstr>
      <vt:lpstr>Résultats Modèle 4 : Cas 1</vt:lpstr>
      <vt:lpstr>Synthèse des résultats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Ahmed Elgabbas</dc:creator>
  <cp:lastModifiedBy>Ahmed Elgabbas</cp:lastModifiedBy>
  <cp:revision>6</cp:revision>
  <dcterms:created xsi:type="dcterms:W3CDTF">2026-01-13T13:53:29Z</dcterms:created>
  <dcterms:modified xsi:type="dcterms:W3CDTF">2026-01-18T19:57:29Z</dcterms:modified>
</cp:coreProperties>
</file>